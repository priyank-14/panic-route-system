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8" r:id="rId3"/>
    <p:sldId id="261" r:id="rId4"/>
    <p:sldId id="262" r:id="rId5"/>
    <p:sldId id="270" r:id="rId6"/>
    <p:sldId id="269" r:id="rId7"/>
    <p:sldId id="276" r:id="rId8"/>
    <p:sldId id="277" r:id="rId9"/>
    <p:sldId id="278" r:id="rId10"/>
    <p:sldId id="259" r:id="rId11"/>
    <p:sldId id="263" r:id="rId12"/>
    <p:sldId id="267" r:id="rId13"/>
    <p:sldId id="264" r:id="rId14"/>
    <p:sldId id="260" r:id="rId15"/>
    <p:sldId id="279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Maven Pro" panose="020B0604020202020204" charset="0"/>
      <p:regular r:id="rId19"/>
      <p:bold r:id="rId20"/>
    </p:embeddedFont>
    <p:embeddedFont>
      <p:font typeface="Trispace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C2D19-8E1E-46D3-A1B6-B65740F94E45}" v="50" dt="2026-05-01T02:53:59.114"/>
  </p1510:revLst>
</p1510:revInfo>
</file>

<file path=ppt/tableStyles.xml><?xml version="1.0" encoding="utf-8"?>
<a:tblStyleLst xmlns:a="http://schemas.openxmlformats.org/drawingml/2006/main" def="{7F5CE0B8-6344-4890-B250-F333B1415A68}">
  <a:tblStyle styleId="{7F5CE0B8-6344-4890-B250-F333B1415A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947E329-453E-47BB-BDF7-FC9CA38CC33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 SINHA" userId="5caf86734fead6d0" providerId="LiveId" clId="{45B4E962-4C20-4DCF-A5CF-714F42735963}"/>
    <pc:docChg chg="undo custSel addSld delSld modSld sldOrd delMainMaster">
      <pc:chgData name="PRIYANK SINHA" userId="5caf86734fead6d0" providerId="LiveId" clId="{45B4E962-4C20-4DCF-A5CF-714F42735963}" dt="2026-05-01T03:16:33.537" v="4549" actId="20577"/>
      <pc:docMkLst>
        <pc:docMk/>
      </pc:docMkLst>
      <pc:sldChg chg="addSp delSp modSp mod">
        <pc:chgData name="PRIYANK SINHA" userId="5caf86734fead6d0" providerId="LiveId" clId="{45B4E962-4C20-4DCF-A5CF-714F42735963}" dt="2026-04-30T14:59:10.469" v="360" actId="1076"/>
        <pc:sldMkLst>
          <pc:docMk/>
          <pc:sldMk cId="0" sldId="256"/>
        </pc:sldMkLst>
        <pc:spChg chg="add del mod">
          <ac:chgData name="PRIYANK SINHA" userId="5caf86734fead6d0" providerId="LiveId" clId="{45B4E962-4C20-4DCF-A5CF-714F42735963}" dt="2026-04-30T14:48:25.155" v="144"/>
          <ac:spMkLst>
            <pc:docMk/>
            <pc:sldMk cId="0" sldId="256"/>
            <ac:spMk id="2" creationId="{045E1DC8-A5F9-5536-8612-D6777466A900}"/>
          </ac:spMkLst>
        </pc:spChg>
        <pc:spChg chg="add mod">
          <ac:chgData name="PRIYANK SINHA" userId="5caf86734fead6d0" providerId="LiveId" clId="{45B4E962-4C20-4DCF-A5CF-714F42735963}" dt="2026-04-30T14:53:30.884" v="301" actId="14100"/>
          <ac:spMkLst>
            <pc:docMk/>
            <pc:sldMk cId="0" sldId="256"/>
            <ac:spMk id="3" creationId="{FA756F36-1183-BB64-6A45-ECEB0F8AFF75}"/>
          </ac:spMkLst>
        </pc:spChg>
        <pc:spChg chg="mod">
          <ac:chgData name="PRIYANK SINHA" userId="5caf86734fead6d0" providerId="LiveId" clId="{45B4E962-4C20-4DCF-A5CF-714F42735963}" dt="2026-04-30T14:59:10.469" v="360" actId="1076"/>
          <ac:spMkLst>
            <pc:docMk/>
            <pc:sldMk cId="0" sldId="256"/>
            <ac:spMk id="366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4:58:58.668" v="359" actId="1076"/>
          <ac:spMkLst>
            <pc:docMk/>
            <pc:sldMk cId="0" sldId="256"/>
            <ac:spMk id="367" creationId="{00000000-0000-0000-0000-000000000000}"/>
          </ac:spMkLst>
        </pc:spChg>
      </pc:sldChg>
      <pc:sldChg chg="del">
        <pc:chgData name="PRIYANK SINHA" userId="5caf86734fead6d0" providerId="LiveId" clId="{45B4E962-4C20-4DCF-A5CF-714F42735963}" dt="2026-04-30T14:05:51.715" v="0" actId="47"/>
        <pc:sldMkLst>
          <pc:docMk/>
          <pc:sldMk cId="0" sldId="257"/>
        </pc:sldMkLst>
      </pc:sldChg>
      <pc:sldChg chg="modSp mod ord">
        <pc:chgData name="PRIYANK SINHA" userId="5caf86734fead6d0" providerId="LiveId" clId="{45B4E962-4C20-4DCF-A5CF-714F42735963}" dt="2026-04-30T15:05:57.873" v="610" actId="113"/>
        <pc:sldMkLst>
          <pc:docMk/>
          <pc:sldMk cId="0" sldId="258"/>
        </pc:sldMkLst>
        <pc:spChg chg="mod">
          <ac:chgData name="PRIYANK SINHA" userId="5caf86734fead6d0" providerId="LiveId" clId="{45B4E962-4C20-4DCF-A5CF-714F42735963}" dt="2026-04-30T15:04:28.431" v="553" actId="113"/>
          <ac:spMkLst>
            <pc:docMk/>
            <pc:sldMk cId="0" sldId="258"/>
            <ac:spMk id="385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5:04:52.721" v="559" actId="20577"/>
          <ac:spMkLst>
            <pc:docMk/>
            <pc:sldMk cId="0" sldId="258"/>
            <ac:spMk id="390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5:05:25.537" v="600" actId="20577"/>
          <ac:spMkLst>
            <pc:docMk/>
            <pc:sldMk cId="0" sldId="258"/>
            <ac:spMk id="391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5:05:14.762" v="592" actId="20577"/>
          <ac:spMkLst>
            <pc:docMk/>
            <pc:sldMk cId="0" sldId="258"/>
            <ac:spMk id="392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5:05:57.873" v="610" actId="113"/>
          <ac:spMkLst>
            <pc:docMk/>
            <pc:sldMk cId="0" sldId="258"/>
            <ac:spMk id="393" creationId="{00000000-0000-0000-0000-000000000000}"/>
          </ac:spMkLst>
        </pc:spChg>
      </pc:sldChg>
      <pc:sldChg chg="modSp mod ord">
        <pc:chgData name="PRIYANK SINHA" userId="5caf86734fead6d0" providerId="LiveId" clId="{45B4E962-4C20-4DCF-A5CF-714F42735963}" dt="2026-05-01T02:55:47.750" v="3500" actId="113"/>
        <pc:sldMkLst>
          <pc:docMk/>
          <pc:sldMk cId="0" sldId="259"/>
        </pc:sldMkLst>
        <pc:spChg chg="mod">
          <ac:chgData name="PRIYANK SINHA" userId="5caf86734fead6d0" providerId="LiveId" clId="{45B4E962-4C20-4DCF-A5CF-714F42735963}" dt="2026-05-01T02:52:59.325" v="3261" actId="1076"/>
          <ac:spMkLst>
            <pc:docMk/>
            <pc:sldMk cId="0" sldId="259"/>
            <ac:spMk id="39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5:47.750" v="3500" actId="113"/>
          <ac:spMkLst>
            <pc:docMk/>
            <pc:sldMk cId="0" sldId="259"/>
            <ac:spMk id="399" creationId="{00000000-0000-0000-0000-000000000000}"/>
          </ac:spMkLst>
        </pc:spChg>
      </pc:sldChg>
      <pc:sldChg chg="addSp delSp modSp mod modClrScheme chgLayout">
        <pc:chgData name="PRIYANK SINHA" userId="5caf86734fead6d0" providerId="LiveId" clId="{45B4E962-4C20-4DCF-A5CF-714F42735963}" dt="2026-05-01T03:16:21.825" v="4537" actId="700"/>
        <pc:sldMkLst>
          <pc:docMk/>
          <pc:sldMk cId="0" sldId="260"/>
        </pc:sldMkLst>
        <pc:spChg chg="add mod">
          <ac:chgData name="PRIYANK SINHA" userId="5caf86734fead6d0" providerId="LiveId" clId="{45B4E962-4C20-4DCF-A5CF-714F42735963}" dt="2026-05-01T03:15:21.802" v="4526" actId="1076"/>
          <ac:spMkLst>
            <pc:docMk/>
            <pc:sldMk cId="0" sldId="260"/>
            <ac:spMk id="2" creationId="{B6F872C2-D244-2E81-E830-2E73D897F26F}"/>
          </ac:spMkLst>
        </pc:spChg>
        <pc:spChg chg="del">
          <ac:chgData name="PRIYANK SINHA" userId="5caf86734fead6d0" providerId="LiveId" clId="{45B4E962-4C20-4DCF-A5CF-714F42735963}" dt="2026-05-01T03:12:15.231" v="4325" actId="478"/>
          <ac:spMkLst>
            <pc:docMk/>
            <pc:sldMk cId="0" sldId="260"/>
            <ac:spMk id="419" creationId="{00000000-0000-0000-0000-000000000000}"/>
          </ac:spMkLst>
        </pc:spChg>
        <pc:spChg chg="mod ord">
          <ac:chgData name="PRIYANK SINHA" userId="5caf86734fead6d0" providerId="LiveId" clId="{45B4E962-4C20-4DCF-A5CF-714F42735963}" dt="2026-05-01T03:16:21.825" v="4537" actId="700"/>
          <ac:spMkLst>
            <pc:docMk/>
            <pc:sldMk cId="0" sldId="260"/>
            <ac:spMk id="420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3:16:21.825" v="4537" actId="700"/>
          <ac:spMkLst>
            <pc:docMk/>
            <pc:sldMk cId="0" sldId="260"/>
            <ac:spMk id="421" creationId="{00000000-0000-0000-0000-000000000000}"/>
          </ac:spMkLst>
        </pc:spChg>
        <pc:grpChg chg="add del">
          <ac:chgData name="PRIYANK SINHA" userId="5caf86734fead6d0" providerId="LiveId" clId="{45B4E962-4C20-4DCF-A5CF-714F42735963}" dt="2026-05-01T03:12:28.507" v="4330" actId="478"/>
          <ac:grpSpMkLst>
            <pc:docMk/>
            <pc:sldMk cId="0" sldId="260"/>
            <ac:grpSpMk id="422" creationId="{00000000-0000-0000-0000-000000000000}"/>
          </ac:grpSpMkLst>
        </pc:grpChg>
      </pc:sldChg>
      <pc:sldChg chg="addSp delSp modSp mod ord">
        <pc:chgData name="PRIYANK SINHA" userId="5caf86734fead6d0" providerId="LiveId" clId="{45B4E962-4C20-4DCF-A5CF-714F42735963}" dt="2026-04-30T17:07:53.572" v="995" actId="14861"/>
        <pc:sldMkLst>
          <pc:docMk/>
          <pc:sldMk cId="0" sldId="261"/>
        </pc:sldMkLst>
        <pc:spChg chg="add mod">
          <ac:chgData name="PRIYANK SINHA" userId="5caf86734fead6d0" providerId="LiveId" clId="{45B4E962-4C20-4DCF-A5CF-714F42735963}" dt="2026-04-30T15:24:36.440" v="671" actId="207"/>
          <ac:spMkLst>
            <pc:docMk/>
            <pc:sldMk cId="0" sldId="261"/>
            <ac:spMk id="2" creationId="{08A1DD2C-A55E-446C-47E0-8999572307D2}"/>
          </ac:spMkLst>
        </pc:spChg>
        <pc:spChg chg="add mod">
          <ac:chgData name="PRIYANK SINHA" userId="5caf86734fead6d0" providerId="LiveId" clId="{45B4E962-4C20-4DCF-A5CF-714F42735963}" dt="2026-04-30T15:25:05.123" v="680" actId="1076"/>
          <ac:spMkLst>
            <pc:docMk/>
            <pc:sldMk cId="0" sldId="261"/>
            <ac:spMk id="3" creationId="{9DF858AD-57B5-00BB-DC93-6E14F4AC3890}"/>
          </ac:spMkLst>
        </pc:spChg>
        <pc:spChg chg="add mod">
          <ac:chgData name="PRIYANK SINHA" userId="5caf86734fead6d0" providerId="LiveId" clId="{45B4E962-4C20-4DCF-A5CF-714F42735963}" dt="2026-04-30T15:26:25.039" v="688" actId="1076"/>
          <ac:spMkLst>
            <pc:docMk/>
            <pc:sldMk cId="0" sldId="261"/>
            <ac:spMk id="4" creationId="{C9D8E47A-9EC2-387B-E0B6-237A380680EF}"/>
          </ac:spMkLst>
        </pc:spChg>
        <pc:spChg chg="add mod">
          <ac:chgData name="PRIYANK SINHA" userId="5caf86734fead6d0" providerId="LiveId" clId="{45B4E962-4C20-4DCF-A5CF-714F42735963}" dt="2026-04-30T15:27:34.005" v="750"/>
          <ac:spMkLst>
            <pc:docMk/>
            <pc:sldMk cId="0" sldId="261"/>
            <ac:spMk id="8" creationId="{F649C027-0664-7B5D-9D31-2307B77D1F43}"/>
          </ac:spMkLst>
        </pc:spChg>
        <pc:spChg chg="add mod">
          <ac:chgData name="PRIYANK SINHA" userId="5caf86734fead6d0" providerId="LiveId" clId="{45B4E962-4C20-4DCF-A5CF-714F42735963}" dt="2026-04-30T15:27:42.116" v="754"/>
          <ac:spMkLst>
            <pc:docMk/>
            <pc:sldMk cId="0" sldId="261"/>
            <ac:spMk id="9" creationId="{C388493F-A7E0-ED94-B4EF-56E006680A47}"/>
          </ac:spMkLst>
        </pc:spChg>
        <pc:spChg chg="add mod">
          <ac:chgData name="PRIYANK SINHA" userId="5caf86734fead6d0" providerId="LiveId" clId="{45B4E962-4C20-4DCF-A5CF-714F42735963}" dt="2026-04-30T15:28:17.745" v="758" actId="1076"/>
          <ac:spMkLst>
            <pc:docMk/>
            <pc:sldMk cId="0" sldId="261"/>
            <ac:spMk id="10" creationId="{BB65ED16-9531-A857-C6FA-6FB2B3B642A2}"/>
          </ac:spMkLst>
        </pc:spChg>
        <pc:spChg chg="add mod">
          <ac:chgData name="PRIYANK SINHA" userId="5caf86734fead6d0" providerId="LiveId" clId="{45B4E962-4C20-4DCF-A5CF-714F42735963}" dt="2026-04-30T15:28:22.959" v="760"/>
          <ac:spMkLst>
            <pc:docMk/>
            <pc:sldMk cId="0" sldId="261"/>
            <ac:spMk id="11" creationId="{76FBFF42-65D3-6B17-2A21-06F5600CEDA8}"/>
          </ac:spMkLst>
        </pc:spChg>
        <pc:spChg chg="add mod">
          <ac:chgData name="PRIYANK SINHA" userId="5caf86734fead6d0" providerId="LiveId" clId="{45B4E962-4C20-4DCF-A5CF-714F42735963}" dt="2026-04-30T15:28:42.401" v="762"/>
          <ac:spMkLst>
            <pc:docMk/>
            <pc:sldMk cId="0" sldId="261"/>
            <ac:spMk id="12" creationId="{30B7C73C-CFA2-C4C3-7A25-5CD0AEE79ACE}"/>
          </ac:spMkLst>
        </pc:spChg>
        <pc:spChg chg="add del mod">
          <ac:chgData name="PRIYANK SINHA" userId="5caf86734fead6d0" providerId="LiveId" clId="{45B4E962-4C20-4DCF-A5CF-714F42735963}" dt="2026-04-30T15:29:32.141" v="773" actId="11529"/>
          <ac:spMkLst>
            <pc:docMk/>
            <pc:sldMk cId="0" sldId="261"/>
            <ac:spMk id="13" creationId="{191B6846-2CD3-D254-C3A4-4F416BF7CA5A}"/>
          </ac:spMkLst>
        </pc:spChg>
        <pc:spChg chg="add mod">
          <ac:chgData name="PRIYANK SINHA" userId="5caf86734fead6d0" providerId="LiveId" clId="{45B4E962-4C20-4DCF-A5CF-714F42735963}" dt="2026-04-30T15:31:04.538" v="776" actId="1076"/>
          <ac:spMkLst>
            <pc:docMk/>
            <pc:sldMk cId="0" sldId="261"/>
            <ac:spMk id="14" creationId="{C03DE7F2-D613-06C0-52A3-B66DD6A13B67}"/>
          </ac:spMkLst>
        </pc:spChg>
        <pc:spChg chg="add mod">
          <ac:chgData name="PRIYANK SINHA" userId="5caf86734fead6d0" providerId="LiveId" clId="{45B4E962-4C20-4DCF-A5CF-714F42735963}" dt="2026-04-30T15:31:26.122" v="779" actId="1076"/>
          <ac:spMkLst>
            <pc:docMk/>
            <pc:sldMk cId="0" sldId="261"/>
            <ac:spMk id="15" creationId="{A3A8E51E-07F6-F76D-F6F9-6C6BE69EB0F4}"/>
          </ac:spMkLst>
        </pc:spChg>
        <pc:spChg chg="add mod">
          <ac:chgData name="PRIYANK SINHA" userId="5caf86734fead6d0" providerId="LiveId" clId="{45B4E962-4C20-4DCF-A5CF-714F42735963}" dt="2026-04-30T17:07:17.060" v="937" actId="255"/>
          <ac:spMkLst>
            <pc:docMk/>
            <pc:sldMk cId="0" sldId="261"/>
            <ac:spMk id="20" creationId="{9BAAECBD-7D35-BEC7-A02B-0849FBBA8B68}"/>
          </ac:spMkLst>
        </pc:spChg>
        <pc:spChg chg="mod">
          <ac:chgData name="PRIYANK SINHA" userId="5caf86734fead6d0" providerId="LiveId" clId="{45B4E962-4C20-4DCF-A5CF-714F42735963}" dt="2026-04-30T15:11:51.792" v="616" actId="1076"/>
          <ac:spMkLst>
            <pc:docMk/>
            <pc:sldMk cId="0" sldId="261"/>
            <ac:spMk id="457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4-30T17:06:29.927" v="925" actId="20577"/>
          <ac:spMkLst>
            <pc:docMk/>
            <pc:sldMk cId="0" sldId="261"/>
            <ac:spMk id="458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06:37.759" v="935" actId="20577"/>
          <ac:spMkLst>
            <pc:docMk/>
            <pc:sldMk cId="0" sldId="261"/>
            <ac:spMk id="459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06:00.152" v="896" actId="14100"/>
          <ac:spMkLst>
            <pc:docMk/>
            <pc:sldMk cId="0" sldId="261"/>
            <ac:spMk id="460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06:18.314" v="912" actId="14100"/>
          <ac:spMkLst>
            <pc:docMk/>
            <pc:sldMk cId="0" sldId="261"/>
            <ac:spMk id="461" creationId="{00000000-0000-0000-0000-000000000000}"/>
          </ac:spMkLst>
        </pc:spChg>
        <pc:spChg chg="del">
          <ac:chgData name="PRIYANK SINHA" userId="5caf86734fead6d0" providerId="LiveId" clId="{45B4E962-4C20-4DCF-A5CF-714F42735963}" dt="2026-04-30T15:12:12.210" v="617" actId="478"/>
          <ac:spMkLst>
            <pc:docMk/>
            <pc:sldMk cId="0" sldId="261"/>
            <ac:spMk id="462" creationId="{00000000-0000-0000-0000-000000000000}"/>
          </ac:spMkLst>
        </pc:spChg>
        <pc:spChg chg="del">
          <ac:chgData name="PRIYANK SINHA" userId="5caf86734fead6d0" providerId="LiveId" clId="{45B4E962-4C20-4DCF-A5CF-714F42735963}" dt="2026-04-30T15:12:16.194" v="619" actId="478"/>
          <ac:spMkLst>
            <pc:docMk/>
            <pc:sldMk cId="0" sldId="261"/>
            <ac:spMk id="463" creationId="{00000000-0000-0000-0000-000000000000}"/>
          </ac:spMkLst>
        </pc:spChg>
        <pc:grpChg chg="del">
          <ac:chgData name="PRIYANK SINHA" userId="5caf86734fead6d0" providerId="LiveId" clId="{45B4E962-4C20-4DCF-A5CF-714F42735963}" dt="2026-04-30T15:12:14.030" v="618" actId="478"/>
          <ac:grpSpMkLst>
            <pc:docMk/>
            <pc:sldMk cId="0" sldId="261"/>
            <ac:grpSpMk id="464" creationId="{00000000-0000-0000-0000-000000000000}"/>
          </ac:grpSpMkLst>
        </pc:grpChg>
        <pc:grpChg chg="del">
          <ac:chgData name="PRIYANK SINHA" userId="5caf86734fead6d0" providerId="LiveId" clId="{45B4E962-4C20-4DCF-A5CF-714F42735963}" dt="2026-04-30T15:12:20.555" v="620" actId="478"/>
          <ac:grpSpMkLst>
            <pc:docMk/>
            <pc:sldMk cId="0" sldId="261"/>
            <ac:grpSpMk id="470" creationId="{00000000-0000-0000-0000-000000000000}"/>
          </ac:grpSpMkLst>
        </pc:grpChg>
        <pc:cxnChg chg="add mod">
          <ac:chgData name="PRIYANK SINHA" userId="5caf86734fead6d0" providerId="LiveId" clId="{45B4E962-4C20-4DCF-A5CF-714F42735963}" dt="2026-04-30T15:25:53.515" v="684" actId="208"/>
          <ac:cxnSpMkLst>
            <pc:docMk/>
            <pc:sldMk cId="0" sldId="261"/>
            <ac:cxnSpMk id="6" creationId="{AC47A7A6-A054-468B-CE3F-13F89F1C2E98}"/>
          </ac:cxnSpMkLst>
        </pc:cxnChg>
        <pc:cxnChg chg="add mod">
          <ac:chgData name="PRIYANK SINHA" userId="5caf86734fead6d0" providerId="LiveId" clId="{45B4E962-4C20-4DCF-A5CF-714F42735963}" dt="2026-04-30T15:26:31.032" v="689" actId="1076"/>
          <ac:cxnSpMkLst>
            <pc:docMk/>
            <pc:sldMk cId="0" sldId="261"/>
            <ac:cxnSpMk id="7" creationId="{02421684-E2D0-BEF4-8E3B-452B8C9CAFBB}"/>
          </ac:cxnSpMkLst>
        </pc:cxnChg>
        <pc:cxnChg chg="add mod">
          <ac:chgData name="PRIYANK SINHA" userId="5caf86734fead6d0" providerId="LiveId" clId="{45B4E962-4C20-4DCF-A5CF-714F42735963}" dt="2026-04-30T17:07:53.572" v="995" actId="14861"/>
          <ac:cxnSpMkLst>
            <pc:docMk/>
            <pc:sldMk cId="0" sldId="261"/>
            <ac:cxnSpMk id="17" creationId="{F42DCCC7-F0F4-ABBE-58AD-866FED08BE73}"/>
          </ac:cxnSpMkLst>
        </pc:cxnChg>
        <pc:cxnChg chg="add mod">
          <ac:chgData name="PRIYANK SINHA" userId="5caf86734fead6d0" providerId="LiveId" clId="{45B4E962-4C20-4DCF-A5CF-714F42735963}" dt="2026-04-30T15:32:46.901" v="785" actId="14861"/>
          <ac:cxnSpMkLst>
            <pc:docMk/>
            <pc:sldMk cId="0" sldId="261"/>
            <ac:cxnSpMk id="19" creationId="{0386FE6B-0F0C-D1E6-EEF8-AB119F7BBA28}"/>
          </ac:cxnSpMkLst>
        </pc:cxnChg>
      </pc:sldChg>
      <pc:sldChg chg="addSp modSp mod ord">
        <pc:chgData name="PRIYANK SINHA" userId="5caf86734fead6d0" providerId="LiveId" clId="{45B4E962-4C20-4DCF-A5CF-714F42735963}" dt="2026-04-30T17:43:38.120" v="1399" actId="1076"/>
        <pc:sldMkLst>
          <pc:docMk/>
          <pc:sldMk cId="0" sldId="262"/>
        </pc:sldMkLst>
        <pc:spChg chg="add mod">
          <ac:chgData name="PRIYANK SINHA" userId="5caf86734fead6d0" providerId="LiveId" clId="{45B4E962-4C20-4DCF-A5CF-714F42735963}" dt="2026-04-30T17:43:38.120" v="1399" actId="1076"/>
          <ac:spMkLst>
            <pc:docMk/>
            <pc:sldMk cId="0" sldId="262"/>
            <ac:spMk id="2" creationId="{04653694-4C81-22DF-1F46-D7868ACB09BD}"/>
          </ac:spMkLst>
        </pc:spChg>
        <pc:spChg chg="mod">
          <ac:chgData name="PRIYANK SINHA" userId="5caf86734fead6d0" providerId="LiveId" clId="{45B4E962-4C20-4DCF-A5CF-714F42735963}" dt="2026-04-30T17:28:38.334" v="1041" actId="113"/>
          <ac:spMkLst>
            <pc:docMk/>
            <pc:sldMk cId="0" sldId="262"/>
            <ac:spMk id="477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29:41.720" v="1079" actId="20577"/>
          <ac:spMkLst>
            <pc:docMk/>
            <pc:sldMk cId="0" sldId="262"/>
            <ac:spMk id="478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43:30.628" v="1398" actId="20577"/>
          <ac:spMkLst>
            <pc:docMk/>
            <pc:sldMk cId="0" sldId="262"/>
            <ac:spMk id="479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9:42.129" v="1338" actId="14100"/>
          <ac:spMkLst>
            <pc:docMk/>
            <pc:sldMk cId="0" sldId="262"/>
            <ac:spMk id="480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29:49.459" v="1101" actId="20577"/>
          <ac:spMkLst>
            <pc:docMk/>
            <pc:sldMk cId="0" sldId="262"/>
            <ac:spMk id="481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4:05.848" v="1242" actId="14100"/>
          <ac:spMkLst>
            <pc:docMk/>
            <pc:sldMk cId="0" sldId="262"/>
            <ac:spMk id="482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6:25.770" v="1247" actId="14100"/>
          <ac:spMkLst>
            <pc:docMk/>
            <pc:sldMk cId="0" sldId="262"/>
            <ac:spMk id="483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8:54.297" v="1328" actId="1076"/>
          <ac:spMkLst>
            <pc:docMk/>
            <pc:sldMk cId="0" sldId="262"/>
            <ac:spMk id="484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9:20.818" v="1334" actId="1076"/>
          <ac:spMkLst>
            <pc:docMk/>
            <pc:sldMk cId="0" sldId="262"/>
            <ac:spMk id="485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39:34.062" v="1336" actId="1076"/>
          <ac:spMkLst>
            <pc:docMk/>
            <pc:sldMk cId="0" sldId="262"/>
            <ac:spMk id="486" creationId="{00000000-0000-0000-0000-000000000000}"/>
          </ac:spMkLst>
        </pc:spChg>
        <pc:spChg chg="mod">
          <ac:chgData name="PRIYANK SINHA" userId="5caf86734fead6d0" providerId="LiveId" clId="{45B4E962-4C20-4DCF-A5CF-714F42735963}" dt="2026-04-30T17:28:33.847" v="1040" actId="1076"/>
          <ac:spMkLst>
            <pc:docMk/>
            <pc:sldMk cId="0" sldId="262"/>
            <ac:spMk id="487" creationId="{00000000-0000-0000-0000-000000000000}"/>
          </ac:spMkLst>
        </pc:spChg>
        <pc:grpChg chg="mod">
          <ac:chgData name="PRIYANK SINHA" userId="5caf86734fead6d0" providerId="LiveId" clId="{45B4E962-4C20-4DCF-A5CF-714F42735963}" dt="2026-04-30T17:39:00.305" v="1329" actId="1076"/>
          <ac:grpSpMkLst>
            <pc:docMk/>
            <pc:sldMk cId="0" sldId="262"/>
            <ac:grpSpMk id="488" creationId="{00000000-0000-0000-0000-000000000000}"/>
          </ac:grpSpMkLst>
        </pc:grpChg>
        <pc:grpChg chg="mod">
          <ac:chgData name="PRIYANK SINHA" userId="5caf86734fead6d0" providerId="LiveId" clId="{45B4E962-4C20-4DCF-A5CF-714F42735963}" dt="2026-04-30T17:39:27.942" v="1335" actId="1076"/>
          <ac:grpSpMkLst>
            <pc:docMk/>
            <pc:sldMk cId="0" sldId="262"/>
            <ac:grpSpMk id="493" creationId="{00000000-0000-0000-0000-000000000000}"/>
          </ac:grpSpMkLst>
        </pc:grpChg>
        <pc:grpChg chg="mod">
          <ac:chgData name="PRIYANK SINHA" userId="5caf86734fead6d0" providerId="LiveId" clId="{45B4E962-4C20-4DCF-A5CF-714F42735963}" dt="2026-04-30T17:39:37.725" v="1337" actId="1076"/>
          <ac:grpSpMkLst>
            <pc:docMk/>
            <pc:sldMk cId="0" sldId="262"/>
            <ac:grpSpMk id="498" creationId="{00000000-0000-0000-0000-000000000000}"/>
          </ac:grpSpMkLst>
        </pc:grpChg>
      </pc:sldChg>
      <pc:sldChg chg="modSp mod ord">
        <pc:chgData name="PRIYANK SINHA" userId="5caf86734fead6d0" providerId="LiveId" clId="{45B4E962-4C20-4DCF-A5CF-714F42735963}" dt="2026-05-01T02:59:37.357" v="3754" actId="20577"/>
        <pc:sldMkLst>
          <pc:docMk/>
          <pc:sldMk cId="0" sldId="263"/>
        </pc:sldMkLst>
        <pc:spChg chg="mod">
          <ac:chgData name="PRIYANK SINHA" userId="5caf86734fead6d0" providerId="LiveId" clId="{45B4E962-4C20-4DCF-A5CF-714F42735963}" dt="2026-05-01T02:57:43.044" v="3563" actId="1076"/>
          <ac:spMkLst>
            <pc:docMk/>
            <pc:sldMk cId="0" sldId="263"/>
            <ac:spMk id="50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8:01.161" v="3598" actId="20577"/>
          <ac:spMkLst>
            <pc:docMk/>
            <pc:sldMk cId="0" sldId="263"/>
            <ac:spMk id="506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8:33.809" v="3645" actId="20577"/>
          <ac:spMkLst>
            <pc:docMk/>
            <pc:sldMk cId="0" sldId="263"/>
            <ac:spMk id="507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9:07.216" v="3701" actId="20577"/>
          <ac:spMkLst>
            <pc:docMk/>
            <pc:sldMk cId="0" sldId="263"/>
            <ac:spMk id="50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9:37.357" v="3754" actId="20577"/>
          <ac:spMkLst>
            <pc:docMk/>
            <pc:sldMk cId="0" sldId="263"/>
            <ac:spMk id="509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7:38.831" v="3562" actId="255"/>
          <ac:spMkLst>
            <pc:docMk/>
            <pc:sldMk cId="0" sldId="263"/>
            <ac:spMk id="510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8:19.002" v="3617" actId="255"/>
          <ac:spMkLst>
            <pc:docMk/>
            <pc:sldMk cId="0" sldId="263"/>
            <ac:spMk id="51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8:52.546" v="3668" actId="255"/>
          <ac:spMkLst>
            <pc:docMk/>
            <pc:sldMk cId="0" sldId="263"/>
            <ac:spMk id="512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2:59:23.064" v="3723" actId="255"/>
          <ac:spMkLst>
            <pc:docMk/>
            <pc:sldMk cId="0" sldId="263"/>
            <ac:spMk id="513" creationId="{00000000-0000-0000-0000-000000000000}"/>
          </ac:spMkLst>
        </pc:spChg>
      </pc:sldChg>
      <pc:sldChg chg="modSp mod ord">
        <pc:chgData name="PRIYANK SINHA" userId="5caf86734fead6d0" providerId="LiveId" clId="{45B4E962-4C20-4DCF-A5CF-714F42735963}" dt="2026-05-01T03:11:19.059" v="4324" actId="1076"/>
        <pc:sldMkLst>
          <pc:docMk/>
          <pc:sldMk cId="0" sldId="264"/>
        </pc:sldMkLst>
        <pc:spChg chg="mod">
          <ac:chgData name="PRIYANK SINHA" userId="5caf86734fead6d0" providerId="LiveId" clId="{45B4E962-4C20-4DCF-A5CF-714F42735963}" dt="2026-05-01T03:07:45.284" v="4055" actId="1076"/>
          <ac:spMkLst>
            <pc:docMk/>
            <pc:sldMk cId="0" sldId="264"/>
            <ac:spMk id="544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50.880" v="4057" actId="1076"/>
          <ac:spMkLst>
            <pc:docMk/>
            <pc:sldMk cId="0" sldId="264"/>
            <ac:spMk id="54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6:51.188" v="4040" actId="1076"/>
          <ac:spMkLst>
            <pc:docMk/>
            <pc:sldMk cId="0" sldId="264"/>
            <ac:spMk id="546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27.931" v="4049" actId="1076"/>
          <ac:spMkLst>
            <pc:docMk/>
            <pc:sldMk cId="0" sldId="264"/>
            <ac:spMk id="547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40.670" v="4053" actId="1076"/>
          <ac:spMkLst>
            <pc:docMk/>
            <pc:sldMk cId="0" sldId="264"/>
            <ac:spMk id="54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33.916" v="4051" actId="1076"/>
          <ac:spMkLst>
            <pc:docMk/>
            <pc:sldMk cId="0" sldId="264"/>
            <ac:spMk id="549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10.177" v="4046" actId="1076"/>
          <ac:spMkLst>
            <pc:docMk/>
            <pc:sldMk cId="0" sldId="264"/>
            <ac:spMk id="550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9:58.459" v="4205" actId="1076"/>
          <ac:spMkLst>
            <pc:docMk/>
            <pc:sldMk cId="0" sldId="264"/>
            <ac:spMk id="55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7:05.715" v="4045" actId="1076"/>
          <ac:spMkLst>
            <pc:docMk/>
            <pc:sldMk cId="0" sldId="264"/>
            <ac:spMk id="552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9:50.748" v="4204" actId="1076"/>
          <ac:spMkLst>
            <pc:docMk/>
            <pc:sldMk cId="0" sldId="264"/>
            <ac:spMk id="55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11:19.059" v="4324" actId="1076"/>
          <ac:spMkLst>
            <pc:docMk/>
            <pc:sldMk cId="0" sldId="264"/>
            <ac:spMk id="554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8:36.010" v="4109" actId="1076"/>
          <ac:spMkLst>
            <pc:docMk/>
            <pc:sldMk cId="0" sldId="264"/>
            <ac:spMk id="55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10:33.883" v="4252" actId="1076"/>
          <ac:spMkLst>
            <pc:docMk/>
            <pc:sldMk cId="0" sldId="264"/>
            <ac:spMk id="556" creationId="{00000000-0000-0000-0000-000000000000}"/>
          </ac:spMkLst>
        </pc:spChg>
      </pc:sldChg>
      <pc:sldChg chg="del">
        <pc:chgData name="PRIYANK SINHA" userId="5caf86734fead6d0" providerId="LiveId" clId="{45B4E962-4C20-4DCF-A5CF-714F42735963}" dt="2026-05-01T03:15:40.107" v="4527" actId="47"/>
        <pc:sldMkLst>
          <pc:docMk/>
          <pc:sldMk cId="0" sldId="265"/>
        </pc:sldMkLst>
      </pc:sldChg>
      <pc:sldChg chg="del">
        <pc:chgData name="PRIYANK SINHA" userId="5caf86734fead6d0" providerId="LiveId" clId="{45B4E962-4C20-4DCF-A5CF-714F42735963}" dt="2026-05-01T03:15:43.119" v="4528" actId="47"/>
        <pc:sldMkLst>
          <pc:docMk/>
          <pc:sldMk cId="0" sldId="266"/>
        </pc:sldMkLst>
      </pc:sldChg>
      <pc:sldChg chg="delSp modSp mod ord">
        <pc:chgData name="PRIYANK SINHA" userId="5caf86734fead6d0" providerId="LiveId" clId="{45B4E962-4C20-4DCF-A5CF-714F42735963}" dt="2026-05-01T03:06:18.064" v="3986" actId="1076"/>
        <pc:sldMkLst>
          <pc:docMk/>
          <pc:sldMk cId="0" sldId="267"/>
        </pc:sldMkLst>
        <pc:spChg chg="mod">
          <ac:chgData name="PRIYANK SINHA" userId="5caf86734fead6d0" providerId="LiveId" clId="{45B4E962-4C20-4DCF-A5CF-714F42735963}" dt="2026-05-01T03:06:18.064" v="3986" actId="1076"/>
          <ac:spMkLst>
            <pc:docMk/>
            <pc:sldMk cId="0" sldId="267"/>
            <ac:spMk id="62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0:27.549" v="3765" actId="6549"/>
          <ac:spMkLst>
            <pc:docMk/>
            <pc:sldMk cId="0" sldId="267"/>
            <ac:spMk id="629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2:39.320" v="3846" actId="6549"/>
          <ac:spMkLst>
            <pc:docMk/>
            <pc:sldMk cId="0" sldId="267"/>
            <ac:spMk id="63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3:16.523" v="3884" actId="20577"/>
          <ac:spMkLst>
            <pc:docMk/>
            <pc:sldMk cId="0" sldId="267"/>
            <ac:spMk id="632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2:22.438" v="3843" actId="1076"/>
          <ac:spMkLst>
            <pc:docMk/>
            <pc:sldMk cId="0" sldId="267"/>
            <ac:spMk id="63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1:29.440" v="3801" actId="6549"/>
          <ac:spMkLst>
            <pc:docMk/>
            <pc:sldMk cId="0" sldId="267"/>
            <ac:spMk id="634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2:28.959" v="3844" actId="1076"/>
          <ac:spMkLst>
            <pc:docMk/>
            <pc:sldMk cId="0" sldId="267"/>
            <ac:spMk id="63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3:21.277" v="3886" actId="20577"/>
          <ac:spMkLst>
            <pc:docMk/>
            <pc:sldMk cId="0" sldId="267"/>
            <ac:spMk id="636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4:40.273" v="3945" actId="6549"/>
          <ac:spMkLst>
            <pc:docMk/>
            <pc:sldMk cId="0" sldId="267"/>
            <ac:spMk id="637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5:18.157" v="3983" actId="1076"/>
          <ac:spMkLst>
            <pc:docMk/>
            <pc:sldMk cId="0" sldId="267"/>
            <ac:spMk id="63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4:30.361" v="3936" actId="1076"/>
          <ac:spMkLst>
            <pc:docMk/>
            <pc:sldMk cId="0" sldId="267"/>
            <ac:spMk id="639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3:33.570" v="3889" actId="6549"/>
          <ac:spMkLst>
            <pc:docMk/>
            <pc:sldMk cId="0" sldId="267"/>
            <ac:spMk id="640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4:09.428" v="3935" actId="1076"/>
          <ac:spMkLst>
            <pc:docMk/>
            <pc:sldMk cId="0" sldId="267"/>
            <ac:spMk id="64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3:04:37.100" v="3944" actId="20577"/>
          <ac:spMkLst>
            <pc:docMk/>
            <pc:sldMk cId="0" sldId="267"/>
            <ac:spMk id="642" creationId="{00000000-0000-0000-0000-000000000000}"/>
          </ac:spMkLst>
        </pc:spChg>
        <pc:picChg chg="del">
          <ac:chgData name="PRIYANK SINHA" userId="5caf86734fead6d0" providerId="LiveId" clId="{45B4E962-4C20-4DCF-A5CF-714F42735963}" dt="2026-05-01T03:00:16.895" v="3763" actId="478"/>
          <ac:picMkLst>
            <pc:docMk/>
            <pc:sldMk cId="0" sldId="267"/>
            <ac:picMk id="630" creationId="{00000000-0000-0000-0000-000000000000}"/>
          </ac:picMkLst>
        </pc:picChg>
      </pc:sldChg>
      <pc:sldChg chg="del">
        <pc:chgData name="PRIYANK SINHA" userId="5caf86734fead6d0" providerId="LiveId" clId="{45B4E962-4C20-4DCF-A5CF-714F42735963}" dt="2026-05-01T03:15:44.893" v="4529" actId="47"/>
        <pc:sldMkLst>
          <pc:docMk/>
          <pc:sldMk cId="0" sldId="268"/>
        </pc:sldMkLst>
      </pc:sldChg>
      <pc:sldChg chg="addSp delSp modSp mod ord">
        <pc:chgData name="PRIYANK SINHA" userId="5caf86734fead6d0" providerId="LiveId" clId="{45B4E962-4C20-4DCF-A5CF-714F42735963}" dt="2026-05-01T01:47:13.786" v="1988" actId="207"/>
        <pc:sldMkLst>
          <pc:docMk/>
          <pc:sldMk cId="0" sldId="269"/>
        </pc:sldMkLst>
        <pc:spChg chg="add mod">
          <ac:chgData name="PRIYANK SINHA" userId="5caf86734fead6d0" providerId="LiveId" clId="{45B4E962-4C20-4DCF-A5CF-714F42735963}" dt="2026-05-01T01:44:49.539" v="1980" actId="1076"/>
          <ac:spMkLst>
            <pc:docMk/>
            <pc:sldMk cId="0" sldId="269"/>
            <ac:spMk id="2" creationId="{A7CE38E5-B3E4-6AD4-BA0E-231493AE59D6}"/>
          </ac:spMkLst>
        </pc:spChg>
        <pc:spChg chg="add mod">
          <ac:chgData name="PRIYANK SINHA" userId="5caf86734fead6d0" providerId="LiveId" clId="{45B4E962-4C20-4DCF-A5CF-714F42735963}" dt="2026-05-01T01:47:13.786" v="1988" actId="207"/>
          <ac:spMkLst>
            <pc:docMk/>
            <pc:sldMk cId="0" sldId="269"/>
            <ac:spMk id="3" creationId="{AF46FA63-E97B-F96B-3D3F-3C2F64135C8F}"/>
          </ac:spMkLst>
        </pc:spChg>
        <pc:spChg chg="mod">
          <ac:chgData name="PRIYANK SINHA" userId="5caf86734fead6d0" providerId="LiveId" clId="{45B4E962-4C20-4DCF-A5CF-714F42735963}" dt="2026-05-01T01:20:36.077" v="1602" actId="1076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5:19.892" v="1751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0:58.407" v="1651" actId="1076"/>
          <ac:spMkLst>
            <pc:docMk/>
            <pc:sldMk cId="0" sldId="269"/>
            <ac:spMk id="66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6:23.490" v="1986" actId="14838"/>
          <ac:spMkLst>
            <pc:docMk/>
            <pc:sldMk cId="0" sldId="269"/>
            <ac:spMk id="662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1:04.502" v="1652" actId="1076"/>
          <ac:spMkLst>
            <pc:docMk/>
            <pc:sldMk cId="0" sldId="269"/>
            <ac:spMk id="66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8:21.356" v="1841" actId="14100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1:08.613" v="1653" actId="1076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0:06.087" v="1859" actId="1076"/>
          <ac:spMkLst>
            <pc:docMk/>
            <pc:sldMk cId="0" sldId="269"/>
            <ac:spMk id="666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1:26.013" v="1903" actId="1076"/>
          <ac:spMkLst>
            <pc:docMk/>
            <pc:sldMk cId="0" sldId="269"/>
            <ac:spMk id="667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0:09.332" v="1860" actId="1076"/>
          <ac:spMkLst>
            <pc:docMk/>
            <pc:sldMk cId="0" sldId="269"/>
            <ac:spMk id="668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2:12.287" v="1944" actId="1076"/>
          <ac:spMkLst>
            <pc:docMk/>
            <pc:sldMk cId="0" sldId="269"/>
            <ac:spMk id="669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0:13.242" v="1861" actId="1076"/>
          <ac:spMkLst>
            <pc:docMk/>
            <pc:sldMk cId="0" sldId="269"/>
            <ac:spMk id="670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4:03.954" v="1977" actId="20577"/>
          <ac:spMkLst>
            <pc:docMk/>
            <pc:sldMk cId="0" sldId="269"/>
            <ac:spMk id="671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5:28.651" v="1752" actId="1076"/>
          <ac:spMkLst>
            <pc:docMk/>
            <pc:sldMk cId="0" sldId="269"/>
            <ac:spMk id="672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8:34.999" v="1845" actId="1076"/>
          <ac:spMkLst>
            <pc:docMk/>
            <pc:sldMk cId="0" sldId="269"/>
            <ac:spMk id="67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8:25.488" v="1842" actId="1076"/>
          <ac:spMkLst>
            <pc:docMk/>
            <pc:sldMk cId="0" sldId="269"/>
            <ac:spMk id="674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40:25.276" v="1863" actId="1076"/>
          <ac:spMkLst>
            <pc:docMk/>
            <pc:sldMk cId="0" sldId="269"/>
            <ac:spMk id="675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9:44.918" v="1856" actId="1076"/>
          <ac:spMkLst>
            <pc:docMk/>
            <pc:sldMk cId="0" sldId="269"/>
            <ac:spMk id="676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39:24.026" v="1853" actId="1076"/>
          <ac:spMkLst>
            <pc:docMk/>
            <pc:sldMk cId="0" sldId="269"/>
            <ac:spMk id="677" creationId="{00000000-0000-0000-0000-000000000000}"/>
          </ac:spMkLst>
        </pc:spChg>
        <pc:grpChg chg="del">
          <ac:chgData name="PRIYANK SINHA" userId="5caf86734fead6d0" providerId="LiveId" clId="{45B4E962-4C20-4DCF-A5CF-714F42735963}" dt="2026-05-01T01:20:44.885" v="1604" actId="478"/>
          <ac:grpSpMkLst>
            <pc:docMk/>
            <pc:sldMk cId="0" sldId="269"/>
            <ac:grpSpMk id="654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40:31.931" v="1864" actId="1076"/>
          <ac:grpSpMkLst>
            <pc:docMk/>
            <pc:sldMk cId="0" sldId="269"/>
            <ac:grpSpMk id="678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35:33.602" v="1753" actId="1076"/>
          <ac:grpSpMkLst>
            <pc:docMk/>
            <pc:sldMk cId="0" sldId="269"/>
            <ac:grpSpMk id="695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38:44.202" v="1846" actId="1076"/>
          <ac:grpSpMkLst>
            <pc:docMk/>
            <pc:sldMk cId="0" sldId="269"/>
            <ac:grpSpMk id="699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39:55.186" v="1858" actId="1076"/>
          <ac:grpSpMkLst>
            <pc:docMk/>
            <pc:sldMk cId="0" sldId="269"/>
            <ac:grpSpMk id="707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38:29.730" v="1843" actId="1076"/>
          <ac:grpSpMkLst>
            <pc:docMk/>
            <pc:sldMk cId="0" sldId="269"/>
            <ac:grpSpMk id="716" creationId="{00000000-0000-0000-0000-000000000000}"/>
          </ac:grpSpMkLst>
        </pc:grpChg>
        <pc:grpChg chg="mod">
          <ac:chgData name="PRIYANK SINHA" userId="5caf86734fead6d0" providerId="LiveId" clId="{45B4E962-4C20-4DCF-A5CF-714F42735963}" dt="2026-05-01T01:39:37.435" v="1855" actId="1076"/>
          <ac:grpSpMkLst>
            <pc:docMk/>
            <pc:sldMk cId="0" sldId="269"/>
            <ac:grpSpMk id="724" creationId="{00000000-0000-0000-0000-000000000000}"/>
          </ac:grpSpMkLst>
        </pc:grpChg>
        <pc:picChg chg="del">
          <ac:chgData name="PRIYANK SINHA" userId="5caf86734fead6d0" providerId="LiveId" clId="{45B4E962-4C20-4DCF-A5CF-714F42735963}" dt="2026-05-01T01:20:40.215" v="1603" actId="478"/>
          <ac:picMkLst>
            <pc:docMk/>
            <pc:sldMk cId="0" sldId="269"/>
            <ac:picMk id="659" creationId="{00000000-0000-0000-0000-000000000000}"/>
          </ac:picMkLst>
        </pc:picChg>
      </pc:sldChg>
      <pc:sldChg chg="addSp delSp modSp mod ord">
        <pc:chgData name="PRIYANK SINHA" userId="5caf86734fead6d0" providerId="LiveId" clId="{45B4E962-4C20-4DCF-A5CF-714F42735963}" dt="2026-05-01T01:28:52.576" v="1645" actId="1076"/>
        <pc:sldMkLst>
          <pc:docMk/>
          <pc:sldMk cId="0" sldId="270"/>
        </pc:sldMkLst>
        <pc:spChg chg="add del mod">
          <ac:chgData name="PRIYANK SINHA" userId="5caf86734fead6d0" providerId="LiveId" clId="{45B4E962-4C20-4DCF-A5CF-714F42735963}" dt="2026-05-01T01:11:53.180" v="1536" actId="20577"/>
          <ac:spMkLst>
            <pc:docMk/>
            <pc:sldMk cId="0" sldId="270"/>
            <ac:spMk id="73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28:52.576" v="1645" actId="1076"/>
          <ac:spMkLst>
            <pc:docMk/>
            <pc:sldMk cId="0" sldId="270"/>
            <ac:spMk id="734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1:06:13.230" v="1493" actId="478"/>
          <ac:spMkLst>
            <pc:docMk/>
            <pc:sldMk cId="0" sldId="270"/>
            <ac:spMk id="736" creationId="{00000000-0000-0000-0000-000000000000}"/>
          </ac:spMkLst>
        </pc:spChg>
        <pc:spChg chg="add del">
          <ac:chgData name="PRIYANK SINHA" userId="5caf86734fead6d0" providerId="LiveId" clId="{45B4E962-4C20-4DCF-A5CF-714F42735963}" dt="2026-05-01T01:06:13.230" v="1493" actId="478"/>
          <ac:spMkLst>
            <pc:docMk/>
            <pc:sldMk cId="0" sldId="270"/>
            <ac:spMk id="737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06:37.565" v="1503" actId="1076"/>
          <ac:spMkLst>
            <pc:docMk/>
            <pc:sldMk cId="0" sldId="270"/>
            <ac:spMk id="741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1:06:52.389" v="1506" actId="1076"/>
          <ac:spMkLst>
            <pc:docMk/>
            <pc:sldMk cId="0" sldId="270"/>
            <ac:spMk id="742" creationId="{00000000-0000-0000-0000-000000000000}"/>
          </ac:spMkLst>
        </pc:spChg>
        <pc:spChg chg="add del">
          <ac:chgData name="PRIYANK SINHA" userId="5caf86734fead6d0" providerId="LiveId" clId="{45B4E962-4C20-4DCF-A5CF-714F42735963}" dt="2026-05-01T01:06:13.230" v="1493" actId="478"/>
          <ac:spMkLst>
            <pc:docMk/>
            <pc:sldMk cId="0" sldId="270"/>
            <ac:spMk id="743" creationId="{00000000-0000-0000-0000-000000000000}"/>
          </ac:spMkLst>
        </pc:spChg>
        <pc:spChg chg="mod">
          <ac:chgData name="PRIYANK SINHA" userId="5caf86734fead6d0" providerId="LiveId" clId="{45B4E962-4C20-4DCF-A5CF-714F42735963}" dt="2026-05-01T01:16:23.591" v="1561" actId="14838"/>
          <ac:spMkLst>
            <pc:docMk/>
            <pc:sldMk cId="0" sldId="270"/>
            <ac:spMk id="745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1:07:25.791" v="1512" actId="1076"/>
          <ac:spMkLst>
            <pc:docMk/>
            <pc:sldMk cId="0" sldId="270"/>
            <ac:spMk id="747" creationId="{00000000-0000-0000-0000-000000000000}"/>
          </ac:spMkLst>
        </pc:spChg>
        <pc:spChg chg="add del">
          <ac:chgData name="PRIYANK SINHA" userId="5caf86734fead6d0" providerId="LiveId" clId="{45B4E962-4C20-4DCF-A5CF-714F42735963}" dt="2026-05-01T01:06:13.230" v="1493" actId="478"/>
          <ac:spMkLst>
            <pc:docMk/>
            <pc:sldMk cId="0" sldId="270"/>
            <ac:spMk id="748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1:15:02.975" v="1547" actId="14838"/>
          <ac:spMkLst>
            <pc:docMk/>
            <pc:sldMk cId="0" sldId="270"/>
            <ac:spMk id="750" creationId="{00000000-0000-0000-0000-000000000000}"/>
          </ac:spMkLst>
        </pc:spChg>
        <pc:spChg chg="add del">
          <ac:chgData name="PRIYANK SINHA" userId="5caf86734fead6d0" providerId="LiveId" clId="{45B4E962-4C20-4DCF-A5CF-714F42735963}" dt="2026-05-01T01:06:13.230" v="1493" actId="478"/>
          <ac:spMkLst>
            <pc:docMk/>
            <pc:sldMk cId="0" sldId="270"/>
            <ac:spMk id="751" creationId="{00000000-0000-0000-0000-000000000000}"/>
          </ac:spMkLst>
        </pc:spChg>
        <pc:spChg chg="add del mod">
          <ac:chgData name="PRIYANK SINHA" userId="5caf86734fead6d0" providerId="LiveId" clId="{45B4E962-4C20-4DCF-A5CF-714F42735963}" dt="2026-05-01T01:07:53.375" v="1518" actId="1076"/>
          <ac:spMkLst>
            <pc:docMk/>
            <pc:sldMk cId="0" sldId="270"/>
            <ac:spMk id="752" creationId="{00000000-0000-0000-0000-000000000000}"/>
          </ac:spMkLst>
        </pc:spChg>
      </pc:sldChg>
      <pc:sldChg chg="del">
        <pc:chgData name="PRIYANK SINHA" userId="5caf86734fead6d0" providerId="LiveId" clId="{45B4E962-4C20-4DCF-A5CF-714F42735963}" dt="2026-05-01T03:15:45.923" v="4530" actId="47"/>
        <pc:sldMkLst>
          <pc:docMk/>
          <pc:sldMk cId="0" sldId="271"/>
        </pc:sldMkLst>
      </pc:sldChg>
      <pc:sldChg chg="del">
        <pc:chgData name="PRIYANK SINHA" userId="5caf86734fead6d0" providerId="LiveId" clId="{45B4E962-4C20-4DCF-A5CF-714F42735963}" dt="2026-05-01T03:15:47.212" v="4531" actId="47"/>
        <pc:sldMkLst>
          <pc:docMk/>
          <pc:sldMk cId="0" sldId="272"/>
        </pc:sldMkLst>
      </pc:sldChg>
      <pc:sldChg chg="del">
        <pc:chgData name="PRIYANK SINHA" userId="5caf86734fead6d0" providerId="LiveId" clId="{45B4E962-4C20-4DCF-A5CF-714F42735963}" dt="2026-05-01T03:15:48.316" v="4532" actId="47"/>
        <pc:sldMkLst>
          <pc:docMk/>
          <pc:sldMk cId="0" sldId="273"/>
        </pc:sldMkLst>
      </pc:sldChg>
      <pc:sldChg chg="del">
        <pc:chgData name="PRIYANK SINHA" userId="5caf86734fead6d0" providerId="LiveId" clId="{45B4E962-4C20-4DCF-A5CF-714F42735963}" dt="2026-05-01T03:15:49.524" v="4533" actId="47"/>
        <pc:sldMkLst>
          <pc:docMk/>
          <pc:sldMk cId="0" sldId="274"/>
        </pc:sldMkLst>
      </pc:sldChg>
      <pc:sldChg chg="modSp add del mod">
        <pc:chgData name="PRIYANK SINHA" userId="5caf86734fead6d0" providerId="LiveId" clId="{45B4E962-4C20-4DCF-A5CF-714F42735963}" dt="2026-05-01T03:16:06.153" v="4535" actId="47"/>
        <pc:sldMkLst>
          <pc:docMk/>
          <pc:sldMk cId="0" sldId="275"/>
        </pc:sldMkLst>
        <pc:spChg chg="mod">
          <ac:chgData name="PRIYANK SINHA" userId="5caf86734fead6d0" providerId="LiveId" clId="{45B4E962-4C20-4DCF-A5CF-714F42735963}" dt="2026-05-01T03:15:58.002" v="4534" actId="6549"/>
          <ac:spMkLst>
            <pc:docMk/>
            <pc:sldMk cId="0" sldId="275"/>
            <ac:spMk id="901" creationId="{00000000-0000-0000-0000-000000000000}"/>
          </ac:spMkLst>
        </pc:spChg>
      </pc:sldChg>
      <pc:sldChg chg="del">
        <pc:chgData name="PRIYANK SINHA" userId="5caf86734fead6d0" providerId="LiveId" clId="{45B4E962-4C20-4DCF-A5CF-714F42735963}" dt="2026-04-30T14:16:47.396" v="1" actId="47"/>
        <pc:sldMkLst>
          <pc:docMk/>
          <pc:sldMk cId="0" sldId="276"/>
        </pc:sldMkLst>
      </pc:sldChg>
      <pc:sldChg chg="addSp modSp new mod">
        <pc:chgData name="PRIYANK SINHA" userId="5caf86734fead6d0" providerId="LiveId" clId="{45B4E962-4C20-4DCF-A5CF-714F42735963}" dt="2026-05-01T02:35:39.420" v="2822" actId="113"/>
        <pc:sldMkLst>
          <pc:docMk/>
          <pc:sldMk cId="3217009323" sldId="276"/>
        </pc:sldMkLst>
        <pc:spChg chg="mod">
          <ac:chgData name="PRIYANK SINHA" userId="5caf86734fead6d0" providerId="LiveId" clId="{45B4E962-4C20-4DCF-A5CF-714F42735963}" dt="2026-05-01T02:35:39.420" v="2822" actId="113"/>
          <ac:spMkLst>
            <pc:docMk/>
            <pc:sldMk cId="3217009323" sldId="276"/>
            <ac:spMk id="2" creationId="{6ACFE461-31FB-5D76-7E6A-3110AF560240}"/>
          </ac:spMkLst>
        </pc:spChg>
        <pc:spChg chg="mod">
          <ac:chgData name="PRIYANK SINHA" userId="5caf86734fead6d0" providerId="LiveId" clId="{45B4E962-4C20-4DCF-A5CF-714F42735963}" dt="2026-05-01T02:21:32.307" v="2277" actId="14838"/>
          <ac:spMkLst>
            <pc:docMk/>
            <pc:sldMk cId="3217009323" sldId="276"/>
            <ac:spMk id="3" creationId="{309A98AA-58AF-BE08-40D2-14E684E4F882}"/>
          </ac:spMkLst>
        </pc:spChg>
        <pc:spChg chg="mod">
          <ac:chgData name="PRIYANK SINHA" userId="5caf86734fead6d0" providerId="LiveId" clId="{45B4E962-4C20-4DCF-A5CF-714F42735963}" dt="2026-05-01T02:17:12.038" v="2247" actId="12"/>
          <ac:spMkLst>
            <pc:docMk/>
            <pc:sldMk cId="3217009323" sldId="276"/>
            <ac:spMk id="4" creationId="{62794251-B949-3104-42A2-C3DBB4F76C6C}"/>
          </ac:spMkLst>
        </pc:spChg>
        <pc:spChg chg="mod">
          <ac:chgData name="PRIYANK SINHA" userId="5caf86734fead6d0" providerId="LiveId" clId="{45B4E962-4C20-4DCF-A5CF-714F42735963}" dt="2026-05-01T02:14:49.769" v="2083" actId="1076"/>
          <ac:spMkLst>
            <pc:docMk/>
            <pc:sldMk cId="3217009323" sldId="276"/>
            <ac:spMk id="5" creationId="{66E4CDC3-62CE-0D5C-75DB-427F43D582A3}"/>
          </ac:spMkLst>
        </pc:spChg>
        <pc:spChg chg="mod">
          <ac:chgData name="PRIYANK SINHA" userId="5caf86734fead6d0" providerId="LiveId" clId="{45B4E962-4C20-4DCF-A5CF-714F42735963}" dt="2026-05-01T02:14:59.567" v="2084" actId="1076"/>
          <ac:spMkLst>
            <pc:docMk/>
            <pc:sldMk cId="3217009323" sldId="276"/>
            <ac:spMk id="6" creationId="{43446A8D-C3C8-02E0-7D6A-A9D578B23F0E}"/>
          </ac:spMkLst>
        </pc:spChg>
        <pc:spChg chg="add mod">
          <ac:chgData name="PRIYANK SINHA" userId="5caf86734fead6d0" providerId="LiveId" clId="{45B4E962-4C20-4DCF-A5CF-714F42735963}" dt="2026-05-01T02:21:48.908" v="2278" actId="207"/>
          <ac:spMkLst>
            <pc:docMk/>
            <pc:sldMk cId="3217009323" sldId="276"/>
            <ac:spMk id="7" creationId="{81B93AFE-E3BF-907D-79C7-623F28D8173D}"/>
          </ac:spMkLst>
        </pc:spChg>
      </pc:sldChg>
      <pc:sldChg chg="del">
        <pc:chgData name="PRIYANK SINHA" userId="5caf86734fead6d0" providerId="LiveId" clId="{45B4E962-4C20-4DCF-A5CF-714F42735963}" dt="2026-04-30T14:16:50.751" v="2" actId="47"/>
        <pc:sldMkLst>
          <pc:docMk/>
          <pc:sldMk cId="0" sldId="277"/>
        </pc:sldMkLst>
      </pc:sldChg>
      <pc:sldChg chg="addSp modSp new mod">
        <pc:chgData name="PRIYANK SINHA" userId="5caf86734fead6d0" providerId="LiveId" clId="{45B4E962-4C20-4DCF-A5CF-714F42735963}" dt="2026-05-01T02:37:00.109" v="2828" actId="14861"/>
        <pc:sldMkLst>
          <pc:docMk/>
          <pc:sldMk cId="1292535500" sldId="277"/>
        </pc:sldMkLst>
        <pc:spChg chg="mod">
          <ac:chgData name="PRIYANK SINHA" userId="5caf86734fead6d0" providerId="LiveId" clId="{45B4E962-4C20-4DCF-A5CF-714F42735963}" dt="2026-05-01T02:35:35.667" v="2821" actId="113"/>
          <ac:spMkLst>
            <pc:docMk/>
            <pc:sldMk cId="1292535500" sldId="277"/>
            <ac:spMk id="2" creationId="{86ACD96F-BB1C-4F77-5084-57B4638D3282}"/>
          </ac:spMkLst>
        </pc:spChg>
        <pc:spChg chg="mod">
          <ac:chgData name="PRIYANK SINHA" userId="5caf86734fead6d0" providerId="LiveId" clId="{45B4E962-4C20-4DCF-A5CF-714F42735963}" dt="2026-05-01T02:34:06.825" v="2813" actId="20577"/>
          <ac:spMkLst>
            <pc:docMk/>
            <pc:sldMk cId="1292535500" sldId="277"/>
            <ac:spMk id="3" creationId="{C018B818-EFBA-226E-6AF5-F1568C7512F9}"/>
          </ac:spMkLst>
        </pc:spChg>
        <pc:spChg chg="mod">
          <ac:chgData name="PRIYANK SINHA" userId="5caf86734fead6d0" providerId="LiveId" clId="{45B4E962-4C20-4DCF-A5CF-714F42735963}" dt="2026-05-01T02:33:48.224" v="2810" actId="20577"/>
          <ac:spMkLst>
            <pc:docMk/>
            <pc:sldMk cId="1292535500" sldId="277"/>
            <ac:spMk id="4" creationId="{6C535C9D-A937-1CFF-54A6-1FD3B6519BD4}"/>
          </ac:spMkLst>
        </pc:spChg>
        <pc:spChg chg="mod">
          <ac:chgData name="PRIYANK SINHA" userId="5caf86734fead6d0" providerId="LiveId" clId="{45B4E962-4C20-4DCF-A5CF-714F42735963}" dt="2026-05-01T02:26:50.595" v="2426" actId="1076"/>
          <ac:spMkLst>
            <pc:docMk/>
            <pc:sldMk cId="1292535500" sldId="277"/>
            <ac:spMk id="5" creationId="{6303AEAD-A281-55EB-38AC-5F2C86F9023C}"/>
          </ac:spMkLst>
        </pc:spChg>
        <pc:spChg chg="mod">
          <ac:chgData name="PRIYANK SINHA" userId="5caf86734fead6d0" providerId="LiveId" clId="{45B4E962-4C20-4DCF-A5CF-714F42735963}" dt="2026-05-01T02:26:58.463" v="2428" actId="1076"/>
          <ac:spMkLst>
            <pc:docMk/>
            <pc:sldMk cId="1292535500" sldId="277"/>
            <ac:spMk id="6" creationId="{8BFBBF60-F273-8CCF-B637-74BEDB812554}"/>
          </ac:spMkLst>
        </pc:spChg>
        <pc:spChg chg="add mod">
          <ac:chgData name="PRIYANK SINHA" userId="5caf86734fead6d0" providerId="LiveId" clId="{45B4E962-4C20-4DCF-A5CF-714F42735963}" dt="2026-05-01T02:35:09.288" v="2820" actId="1076"/>
          <ac:spMkLst>
            <pc:docMk/>
            <pc:sldMk cId="1292535500" sldId="277"/>
            <ac:spMk id="13" creationId="{FEAA3841-E650-99F4-0EC4-AF9B255710DE}"/>
          </ac:spMkLst>
        </pc:spChg>
        <pc:cxnChg chg="add mod">
          <ac:chgData name="PRIYANK SINHA" userId="5caf86734fead6d0" providerId="LiveId" clId="{45B4E962-4C20-4DCF-A5CF-714F42735963}" dt="2026-05-01T02:31:00.424" v="2727" actId="208"/>
          <ac:cxnSpMkLst>
            <pc:docMk/>
            <pc:sldMk cId="1292535500" sldId="277"/>
            <ac:cxnSpMk id="8" creationId="{9FF977B4-A330-E702-25FA-BA01D3C759A7}"/>
          </ac:cxnSpMkLst>
        </pc:cxnChg>
        <pc:cxnChg chg="add mod">
          <ac:chgData name="PRIYANK SINHA" userId="5caf86734fead6d0" providerId="LiveId" clId="{45B4E962-4C20-4DCF-A5CF-714F42735963}" dt="2026-05-01T02:31:30.182" v="2745" actId="1076"/>
          <ac:cxnSpMkLst>
            <pc:docMk/>
            <pc:sldMk cId="1292535500" sldId="277"/>
            <ac:cxnSpMk id="9" creationId="{54092263-244A-E561-D117-98141FD2585A}"/>
          </ac:cxnSpMkLst>
        </pc:cxnChg>
        <pc:cxnChg chg="add mod">
          <ac:chgData name="PRIYANK SINHA" userId="5caf86734fead6d0" providerId="LiveId" clId="{45B4E962-4C20-4DCF-A5CF-714F42735963}" dt="2026-05-01T02:36:52.521" v="2825" actId="14861"/>
          <ac:cxnSpMkLst>
            <pc:docMk/>
            <pc:sldMk cId="1292535500" sldId="277"/>
            <ac:cxnSpMk id="11" creationId="{C2F0852E-EEB3-F88C-97A2-119A95BB7551}"/>
          </ac:cxnSpMkLst>
        </pc:cxnChg>
        <pc:cxnChg chg="add mod">
          <ac:chgData name="PRIYANK SINHA" userId="5caf86734fead6d0" providerId="LiveId" clId="{45B4E962-4C20-4DCF-A5CF-714F42735963}" dt="2026-05-01T02:37:00.109" v="2828" actId="14861"/>
          <ac:cxnSpMkLst>
            <pc:docMk/>
            <pc:sldMk cId="1292535500" sldId="277"/>
            <ac:cxnSpMk id="12" creationId="{51BEB490-694D-8195-ACAA-D86AB9E20029}"/>
          </ac:cxnSpMkLst>
        </pc:cxnChg>
      </pc:sldChg>
      <pc:sldChg chg="del">
        <pc:chgData name="PRIYANK SINHA" userId="5caf86734fead6d0" providerId="LiveId" clId="{45B4E962-4C20-4DCF-A5CF-714F42735963}" dt="2026-04-30T14:16:52.210" v="3" actId="47"/>
        <pc:sldMkLst>
          <pc:docMk/>
          <pc:sldMk cId="0" sldId="278"/>
        </pc:sldMkLst>
      </pc:sldChg>
      <pc:sldChg chg="addSp modSp new mod ord">
        <pc:chgData name="PRIYANK SINHA" userId="5caf86734fead6d0" providerId="LiveId" clId="{45B4E962-4C20-4DCF-A5CF-714F42735963}" dt="2026-05-01T02:52:21.820" v="3240" actId="113"/>
        <pc:sldMkLst>
          <pc:docMk/>
          <pc:sldMk cId="780632811" sldId="278"/>
        </pc:sldMkLst>
        <pc:spChg chg="mod">
          <ac:chgData name="PRIYANK SINHA" userId="5caf86734fead6d0" providerId="LiveId" clId="{45B4E962-4C20-4DCF-A5CF-714F42735963}" dt="2026-05-01T02:43:38.095" v="2880" actId="1076"/>
          <ac:spMkLst>
            <pc:docMk/>
            <pc:sldMk cId="780632811" sldId="278"/>
            <ac:spMk id="2" creationId="{856D11BF-CE3C-1BF5-01EC-B21E41DDC6C9}"/>
          </ac:spMkLst>
        </pc:spChg>
        <pc:spChg chg="add mod">
          <ac:chgData name="PRIYANK SINHA" userId="5caf86734fead6d0" providerId="LiveId" clId="{45B4E962-4C20-4DCF-A5CF-714F42735963}" dt="2026-05-01T02:45:08.148" v="2934" actId="1076"/>
          <ac:spMkLst>
            <pc:docMk/>
            <pc:sldMk cId="780632811" sldId="278"/>
            <ac:spMk id="3" creationId="{1E0C243B-A949-0CB3-A53D-BE66A2474F19}"/>
          </ac:spMkLst>
        </pc:spChg>
        <pc:spChg chg="add mod">
          <ac:chgData name="PRIYANK SINHA" userId="5caf86734fead6d0" providerId="LiveId" clId="{45B4E962-4C20-4DCF-A5CF-714F42735963}" dt="2026-05-01T02:46:54.200" v="3001" actId="20577"/>
          <ac:spMkLst>
            <pc:docMk/>
            <pc:sldMk cId="780632811" sldId="278"/>
            <ac:spMk id="7" creationId="{5D8BF573-577E-2BD8-5729-1AC571DA379C}"/>
          </ac:spMkLst>
        </pc:spChg>
        <pc:spChg chg="add mod">
          <ac:chgData name="PRIYANK SINHA" userId="5caf86734fead6d0" providerId="LiveId" clId="{45B4E962-4C20-4DCF-A5CF-714F42735963}" dt="2026-05-01T02:46:58.704" v="3002"/>
          <ac:spMkLst>
            <pc:docMk/>
            <pc:sldMk cId="780632811" sldId="278"/>
            <ac:spMk id="8" creationId="{24CC5538-DD98-F8CC-A3FC-88F74E4B1862}"/>
          </ac:spMkLst>
        </pc:spChg>
        <pc:spChg chg="add mod">
          <ac:chgData name="PRIYANK SINHA" userId="5caf86734fead6d0" providerId="LiveId" clId="{45B4E962-4C20-4DCF-A5CF-714F42735963}" dt="2026-05-01T02:48:37.389" v="3073" actId="1076"/>
          <ac:spMkLst>
            <pc:docMk/>
            <pc:sldMk cId="780632811" sldId="278"/>
            <ac:spMk id="11" creationId="{D62FCBAF-9808-16A0-C6C9-3ADCC61A0C7B}"/>
          </ac:spMkLst>
        </pc:spChg>
        <pc:spChg chg="add mod">
          <ac:chgData name="PRIYANK SINHA" userId="5caf86734fead6d0" providerId="LiveId" clId="{45B4E962-4C20-4DCF-A5CF-714F42735963}" dt="2026-05-01T02:52:21.820" v="3240" actId="113"/>
          <ac:spMkLst>
            <pc:docMk/>
            <pc:sldMk cId="780632811" sldId="278"/>
            <ac:spMk id="15" creationId="{02649F56-D1B0-82EE-DCED-29C2DE3FF65B}"/>
          </ac:spMkLst>
        </pc:spChg>
        <pc:spChg chg="add mod">
          <ac:chgData name="PRIYANK SINHA" userId="5caf86734fead6d0" providerId="LiveId" clId="{45B4E962-4C20-4DCF-A5CF-714F42735963}" dt="2026-05-01T02:51:09.115" v="3193" actId="20577"/>
          <ac:spMkLst>
            <pc:docMk/>
            <pc:sldMk cId="780632811" sldId="278"/>
            <ac:spMk id="19" creationId="{80B0E2F1-F814-7FDB-8567-9677E1769B6F}"/>
          </ac:spMkLst>
        </pc:spChg>
        <pc:spChg chg="add mod">
          <ac:chgData name="PRIYANK SINHA" userId="5caf86734fead6d0" providerId="LiveId" clId="{45B4E962-4C20-4DCF-A5CF-714F42735963}" dt="2026-05-01T02:52:04.721" v="3239" actId="20577"/>
          <ac:spMkLst>
            <pc:docMk/>
            <pc:sldMk cId="780632811" sldId="278"/>
            <ac:spMk id="23" creationId="{2DFFB759-6274-4F14-FDE1-2377F9C277A2}"/>
          </ac:spMkLst>
        </pc:spChg>
        <pc:cxnChg chg="add mod">
          <ac:chgData name="PRIYANK SINHA" userId="5caf86734fead6d0" providerId="LiveId" clId="{45B4E962-4C20-4DCF-A5CF-714F42735963}" dt="2026-05-01T02:45:34.827" v="2938" actId="13822"/>
          <ac:cxnSpMkLst>
            <pc:docMk/>
            <pc:sldMk cId="780632811" sldId="278"/>
            <ac:cxnSpMk id="5" creationId="{8196FDD7-9C3A-3016-49AC-794DB5AC0EE4}"/>
          </ac:cxnSpMkLst>
        </pc:cxnChg>
        <pc:cxnChg chg="add mod">
          <ac:chgData name="PRIYANK SINHA" userId="5caf86734fead6d0" providerId="LiveId" clId="{45B4E962-4C20-4DCF-A5CF-714F42735963}" dt="2026-05-01T02:47:11.921" v="3004" actId="1076"/>
          <ac:cxnSpMkLst>
            <pc:docMk/>
            <pc:sldMk cId="780632811" sldId="278"/>
            <ac:cxnSpMk id="9" creationId="{4172C4C3-8F7E-F05B-2C72-CFCE4B12C2F4}"/>
          </ac:cxnSpMkLst>
        </pc:cxnChg>
        <pc:cxnChg chg="add mod">
          <ac:chgData name="PRIYANK SINHA" userId="5caf86734fead6d0" providerId="LiveId" clId="{45B4E962-4C20-4DCF-A5CF-714F42735963}" dt="2026-05-01T02:47:15.687" v="3005"/>
          <ac:cxnSpMkLst>
            <pc:docMk/>
            <pc:sldMk cId="780632811" sldId="278"/>
            <ac:cxnSpMk id="10" creationId="{8AC42ADF-17EB-E59E-33BE-83C594B3A11A}"/>
          </ac:cxnSpMkLst>
        </pc:cxnChg>
        <pc:cxnChg chg="add mod">
          <ac:chgData name="PRIYANK SINHA" userId="5caf86734fead6d0" providerId="LiveId" clId="{45B4E962-4C20-4DCF-A5CF-714F42735963}" dt="2026-05-01T02:49:05.412" v="3076" actId="13822"/>
          <ac:cxnSpMkLst>
            <pc:docMk/>
            <pc:sldMk cId="780632811" sldId="278"/>
            <ac:cxnSpMk id="13" creationId="{92408A9B-DD85-B3BC-ECC6-463ECC3D4667}"/>
          </ac:cxnSpMkLst>
        </pc:cxnChg>
        <pc:cxnChg chg="add mod">
          <ac:chgData name="PRIYANK SINHA" userId="5caf86734fead6d0" providerId="LiveId" clId="{45B4E962-4C20-4DCF-A5CF-714F42735963}" dt="2026-05-01T02:50:06.382" v="3138" actId="1076"/>
          <ac:cxnSpMkLst>
            <pc:docMk/>
            <pc:sldMk cId="780632811" sldId="278"/>
            <ac:cxnSpMk id="16" creationId="{AF65DA42-B5EF-9FE3-0054-D6EC120F06F8}"/>
          </ac:cxnSpMkLst>
        </pc:cxnChg>
        <pc:cxnChg chg="add mod">
          <ac:chgData name="PRIYANK SINHA" userId="5caf86734fead6d0" providerId="LiveId" clId="{45B4E962-4C20-4DCF-A5CF-714F42735963}" dt="2026-05-01T02:50:26.974" v="3141" actId="1076"/>
          <ac:cxnSpMkLst>
            <pc:docMk/>
            <pc:sldMk cId="780632811" sldId="278"/>
            <ac:cxnSpMk id="18" creationId="{26891401-0744-AE8F-8162-CCA4655B9CEC}"/>
          </ac:cxnSpMkLst>
        </pc:cxnChg>
        <pc:cxnChg chg="add mod">
          <ac:chgData name="PRIYANK SINHA" userId="5caf86734fead6d0" providerId="LiveId" clId="{45B4E962-4C20-4DCF-A5CF-714F42735963}" dt="2026-05-01T02:51:22.993" v="3195" actId="1076"/>
          <ac:cxnSpMkLst>
            <pc:docMk/>
            <pc:sldMk cId="780632811" sldId="278"/>
            <ac:cxnSpMk id="20" creationId="{6B067E4A-77D5-A97D-F128-428DBBC761DF}"/>
          </ac:cxnSpMkLst>
        </pc:cxnChg>
        <pc:cxnChg chg="add mod">
          <ac:chgData name="PRIYANK SINHA" userId="5caf86734fead6d0" providerId="LiveId" clId="{45B4E962-4C20-4DCF-A5CF-714F42735963}" dt="2026-05-01T02:51:26.286" v="3196"/>
          <ac:cxnSpMkLst>
            <pc:docMk/>
            <pc:sldMk cId="780632811" sldId="278"/>
            <ac:cxnSpMk id="21" creationId="{E7AA3D79-8860-17D0-6931-D81B31861C1D}"/>
          </ac:cxnSpMkLst>
        </pc:cxnChg>
        <pc:cxnChg chg="add mod">
          <ac:chgData name="PRIYANK SINHA" userId="5caf86734fead6d0" providerId="LiveId" clId="{45B4E962-4C20-4DCF-A5CF-714F42735963}" dt="2026-05-01T02:51:30.724" v="3197"/>
          <ac:cxnSpMkLst>
            <pc:docMk/>
            <pc:sldMk cId="780632811" sldId="278"/>
            <ac:cxnSpMk id="22" creationId="{0399CA07-3984-F11E-8650-F79004F80F26}"/>
          </ac:cxnSpMkLst>
        </pc:cxnChg>
      </pc:sldChg>
      <pc:sldChg chg="del">
        <pc:chgData name="PRIYANK SINHA" userId="5caf86734fead6d0" providerId="LiveId" clId="{45B4E962-4C20-4DCF-A5CF-714F42735963}" dt="2026-04-30T14:16:53.217" v="4" actId="47"/>
        <pc:sldMkLst>
          <pc:docMk/>
          <pc:sldMk cId="0" sldId="279"/>
        </pc:sldMkLst>
      </pc:sldChg>
      <pc:sldChg chg="modSp new mod">
        <pc:chgData name="PRIYANK SINHA" userId="5caf86734fead6d0" providerId="LiveId" clId="{45B4E962-4C20-4DCF-A5CF-714F42735963}" dt="2026-05-01T03:16:33.537" v="4549" actId="20577"/>
        <pc:sldMkLst>
          <pc:docMk/>
          <pc:sldMk cId="3268704551" sldId="279"/>
        </pc:sldMkLst>
        <pc:spChg chg="mod">
          <ac:chgData name="PRIYANK SINHA" userId="5caf86734fead6d0" providerId="LiveId" clId="{45B4E962-4C20-4DCF-A5CF-714F42735963}" dt="2026-05-01T03:16:33.537" v="4549" actId="20577"/>
          <ac:spMkLst>
            <pc:docMk/>
            <pc:sldMk cId="3268704551" sldId="279"/>
            <ac:spMk id="2" creationId="{3777299D-72F3-10DC-A51D-3CF41D90E607}"/>
          </ac:spMkLst>
        </pc:spChg>
      </pc:sldChg>
      <pc:sldChg chg="del">
        <pc:chgData name="PRIYANK SINHA" userId="5caf86734fead6d0" providerId="LiveId" clId="{45B4E962-4C20-4DCF-A5CF-714F42735963}" dt="2026-04-30T14:16:54.499" v="5" actId="47"/>
        <pc:sldMkLst>
          <pc:docMk/>
          <pc:sldMk cId="0" sldId="280"/>
        </pc:sldMkLst>
      </pc:sldChg>
      <pc:sldChg chg="del">
        <pc:chgData name="PRIYANK SINHA" userId="5caf86734fead6d0" providerId="LiveId" clId="{45B4E962-4C20-4DCF-A5CF-714F42735963}" dt="2026-04-30T14:16:55.361" v="6" actId="47"/>
        <pc:sldMkLst>
          <pc:docMk/>
          <pc:sldMk cId="0" sldId="281"/>
        </pc:sldMkLst>
      </pc:sldChg>
      <pc:sldChg chg="del">
        <pc:chgData name="PRIYANK SINHA" userId="5caf86734fead6d0" providerId="LiveId" clId="{45B4E962-4C20-4DCF-A5CF-714F42735963}" dt="2026-04-30T14:16:56.295" v="7" actId="47"/>
        <pc:sldMkLst>
          <pc:docMk/>
          <pc:sldMk cId="0" sldId="282"/>
        </pc:sldMkLst>
      </pc:sldChg>
      <pc:sldChg chg="del">
        <pc:chgData name="PRIYANK SINHA" userId="5caf86734fead6d0" providerId="LiveId" clId="{45B4E962-4C20-4DCF-A5CF-714F42735963}" dt="2026-04-30T14:16:57.057" v="8" actId="47"/>
        <pc:sldMkLst>
          <pc:docMk/>
          <pc:sldMk cId="0" sldId="283"/>
        </pc:sldMkLst>
      </pc:sldChg>
      <pc:sldChg chg="del">
        <pc:chgData name="PRIYANK SINHA" userId="5caf86734fead6d0" providerId="LiveId" clId="{45B4E962-4C20-4DCF-A5CF-714F42735963}" dt="2026-04-30T14:16:57.798" v="9" actId="47"/>
        <pc:sldMkLst>
          <pc:docMk/>
          <pc:sldMk cId="0" sldId="284"/>
        </pc:sldMkLst>
      </pc:sldChg>
      <pc:sldChg chg="del">
        <pc:chgData name="PRIYANK SINHA" userId="5caf86734fead6d0" providerId="LiveId" clId="{45B4E962-4C20-4DCF-A5CF-714F42735963}" dt="2026-04-30T14:16:58.755" v="10" actId="47"/>
        <pc:sldMkLst>
          <pc:docMk/>
          <pc:sldMk cId="0" sldId="285"/>
        </pc:sldMkLst>
      </pc:sldChg>
      <pc:sldChg chg="del">
        <pc:chgData name="PRIYANK SINHA" userId="5caf86734fead6d0" providerId="LiveId" clId="{45B4E962-4C20-4DCF-A5CF-714F42735963}" dt="2026-04-30T14:16:59.226" v="11" actId="47"/>
        <pc:sldMkLst>
          <pc:docMk/>
          <pc:sldMk cId="0" sldId="286"/>
        </pc:sldMkLst>
      </pc:sldChg>
      <pc:sldChg chg="del">
        <pc:chgData name="PRIYANK SINHA" userId="5caf86734fead6d0" providerId="LiveId" clId="{45B4E962-4C20-4DCF-A5CF-714F42735963}" dt="2026-04-30T14:16:59.499" v="12" actId="47"/>
        <pc:sldMkLst>
          <pc:docMk/>
          <pc:sldMk cId="0" sldId="287"/>
        </pc:sldMkLst>
      </pc:sldChg>
      <pc:sldChg chg="del">
        <pc:chgData name="PRIYANK SINHA" userId="5caf86734fead6d0" providerId="LiveId" clId="{45B4E962-4C20-4DCF-A5CF-714F42735963}" dt="2026-04-30T14:16:59.818" v="13" actId="47"/>
        <pc:sldMkLst>
          <pc:docMk/>
          <pc:sldMk cId="0" sldId="288"/>
        </pc:sldMkLst>
      </pc:sldChg>
      <pc:sldChg chg="del">
        <pc:chgData name="PRIYANK SINHA" userId="5caf86734fead6d0" providerId="LiveId" clId="{45B4E962-4C20-4DCF-A5CF-714F42735963}" dt="2026-04-30T14:17:00.089" v="14" actId="47"/>
        <pc:sldMkLst>
          <pc:docMk/>
          <pc:sldMk cId="0" sldId="289"/>
        </pc:sldMkLst>
      </pc:sldChg>
      <pc:sldChg chg="del">
        <pc:chgData name="PRIYANK SINHA" userId="5caf86734fead6d0" providerId="LiveId" clId="{45B4E962-4C20-4DCF-A5CF-714F42735963}" dt="2026-04-30T14:17:00.806" v="15" actId="47"/>
        <pc:sldMkLst>
          <pc:docMk/>
          <pc:sldMk cId="0" sldId="290"/>
        </pc:sldMkLst>
      </pc:sldChg>
      <pc:sldChg chg="del">
        <pc:chgData name="PRIYANK SINHA" userId="5caf86734fead6d0" providerId="LiveId" clId="{45B4E962-4C20-4DCF-A5CF-714F42735963}" dt="2026-04-30T14:17:01.257" v="16" actId="47"/>
        <pc:sldMkLst>
          <pc:docMk/>
          <pc:sldMk cId="0" sldId="291"/>
        </pc:sldMkLst>
      </pc:sldChg>
      <pc:sldChg chg="del">
        <pc:chgData name="PRIYANK SINHA" userId="5caf86734fead6d0" providerId="LiveId" clId="{45B4E962-4C20-4DCF-A5CF-714F42735963}" dt="2026-04-30T14:17:01.921" v="17" actId="47"/>
        <pc:sldMkLst>
          <pc:docMk/>
          <pc:sldMk cId="0" sldId="292"/>
        </pc:sldMkLst>
      </pc:sldChg>
      <pc:sldChg chg="del">
        <pc:chgData name="PRIYANK SINHA" userId="5caf86734fead6d0" providerId="LiveId" clId="{45B4E962-4C20-4DCF-A5CF-714F42735963}" dt="2026-04-30T14:17:02.389" v="18" actId="47"/>
        <pc:sldMkLst>
          <pc:docMk/>
          <pc:sldMk cId="0" sldId="293"/>
        </pc:sldMkLst>
      </pc:sldChg>
      <pc:sldChg chg="del">
        <pc:chgData name="PRIYANK SINHA" userId="5caf86734fead6d0" providerId="LiveId" clId="{45B4E962-4C20-4DCF-A5CF-714F42735963}" dt="2026-04-30T14:17:02.725" v="19" actId="47"/>
        <pc:sldMkLst>
          <pc:docMk/>
          <pc:sldMk cId="0" sldId="294"/>
        </pc:sldMkLst>
      </pc:sldChg>
      <pc:sldChg chg="del">
        <pc:chgData name="PRIYANK SINHA" userId="5caf86734fead6d0" providerId="LiveId" clId="{45B4E962-4C20-4DCF-A5CF-714F42735963}" dt="2026-04-30T14:17:02.923" v="20" actId="47"/>
        <pc:sldMkLst>
          <pc:docMk/>
          <pc:sldMk cId="0" sldId="295"/>
        </pc:sldMkLst>
      </pc:sldChg>
      <pc:sldChg chg="del">
        <pc:chgData name="PRIYANK SINHA" userId="5caf86734fead6d0" providerId="LiveId" clId="{45B4E962-4C20-4DCF-A5CF-714F42735963}" dt="2026-04-30T14:17:03.133" v="21" actId="47"/>
        <pc:sldMkLst>
          <pc:docMk/>
          <pc:sldMk cId="0" sldId="296"/>
        </pc:sldMkLst>
      </pc:sldChg>
      <pc:sldMasterChg chg="addSldLayout delSldLayout">
        <pc:chgData name="PRIYANK SINHA" userId="5caf86734fead6d0" providerId="LiveId" clId="{45B4E962-4C20-4DCF-A5CF-714F42735963}" dt="2026-05-01T03:16:06.153" v="4535" actId="47"/>
        <pc:sldMasterMkLst>
          <pc:docMk/>
          <pc:sldMasterMk cId="0" sldId="2147483674"/>
        </pc:sldMasterMkLst>
        <pc:sldLayoutChg chg="del">
          <pc:chgData name="PRIYANK SINHA" userId="5caf86734fead6d0" providerId="LiveId" clId="{45B4E962-4C20-4DCF-A5CF-714F42735963}" dt="2026-04-30T14:16:52.210" v="3" actId="47"/>
          <pc:sldLayoutMkLst>
            <pc:docMk/>
            <pc:sldMasterMk cId="0" sldId="2147483674"/>
            <pc:sldLayoutMk cId="0" sldId="2147483650"/>
          </pc:sldLayoutMkLst>
        </pc:sldLayoutChg>
        <pc:sldLayoutChg chg="del">
          <pc:chgData name="PRIYANK SINHA" userId="5caf86734fead6d0" providerId="LiveId" clId="{45B4E962-4C20-4DCF-A5CF-714F42735963}" dt="2026-05-01T03:15:43.119" v="4528" actId="47"/>
          <pc:sldLayoutMkLst>
            <pc:docMk/>
            <pc:sldMasterMk cId="0" sldId="2147483674"/>
            <pc:sldLayoutMk cId="0" sldId="2147483657"/>
          </pc:sldLayoutMkLst>
        </pc:sldLayoutChg>
        <pc:sldLayoutChg chg="del">
          <pc:chgData name="PRIYANK SINHA" userId="5caf86734fead6d0" providerId="LiveId" clId="{45B4E962-4C20-4DCF-A5CF-714F42735963}" dt="2026-04-30T14:16:50.751" v="2" actId="47"/>
          <pc:sldLayoutMkLst>
            <pc:docMk/>
            <pc:sldMasterMk cId="0" sldId="2147483674"/>
            <pc:sldLayoutMk cId="0" sldId="2147483660"/>
          </pc:sldLayoutMkLst>
        </pc:sldLayoutChg>
        <pc:sldLayoutChg chg="del">
          <pc:chgData name="PRIYANK SINHA" userId="5caf86734fead6d0" providerId="LiveId" clId="{45B4E962-4C20-4DCF-A5CF-714F42735963}" dt="2026-05-01T03:15:40.107" v="4527" actId="47"/>
          <pc:sldLayoutMkLst>
            <pc:docMk/>
            <pc:sldMasterMk cId="0" sldId="2147483674"/>
            <pc:sldLayoutMk cId="0" sldId="2147483664"/>
          </pc:sldLayoutMkLst>
        </pc:sldLayoutChg>
        <pc:sldLayoutChg chg="del">
          <pc:chgData name="PRIYANK SINHA" userId="5caf86734fead6d0" providerId="LiveId" clId="{45B4E962-4C20-4DCF-A5CF-714F42735963}" dt="2026-05-01T03:15:49.524" v="4533" actId="47"/>
          <pc:sldLayoutMkLst>
            <pc:docMk/>
            <pc:sldMasterMk cId="0" sldId="2147483674"/>
            <pc:sldLayoutMk cId="0" sldId="2147483666"/>
          </pc:sldLayoutMkLst>
        </pc:sldLayoutChg>
        <pc:sldLayoutChg chg="add del">
          <pc:chgData name="PRIYANK SINHA" userId="5caf86734fead6d0" providerId="LiveId" clId="{45B4E962-4C20-4DCF-A5CF-714F42735963}" dt="2026-05-01T03:16:06.153" v="4535" actId="47"/>
          <pc:sldLayoutMkLst>
            <pc:docMk/>
            <pc:sldMasterMk cId="0" sldId="2147483674"/>
            <pc:sldLayoutMk cId="0" sldId="2147483667"/>
          </pc:sldLayoutMkLst>
        </pc:sldLayoutChg>
      </pc:sldMasterChg>
      <pc:sldMasterChg chg="del delSldLayout">
        <pc:chgData name="PRIYANK SINHA" userId="5caf86734fead6d0" providerId="LiveId" clId="{45B4E962-4C20-4DCF-A5CF-714F42735963}" dt="2026-04-30T14:17:03.133" v="21" actId="47"/>
        <pc:sldMasterMkLst>
          <pc:docMk/>
          <pc:sldMasterMk cId="0" sldId="2147483675"/>
        </pc:sldMasterMkLst>
        <pc:sldLayoutChg chg="del">
          <pc:chgData name="PRIYANK SINHA" userId="5caf86734fead6d0" providerId="LiveId" clId="{45B4E962-4C20-4DCF-A5CF-714F42735963}" dt="2026-04-30T14:17:03.133" v="21" actId="47"/>
          <pc:sldLayoutMkLst>
            <pc:docMk/>
            <pc:sldMasterMk cId="0" sldId="2147483675"/>
            <pc:sldLayoutMk cId="0" sldId="2147483671"/>
          </pc:sldLayoutMkLst>
        </pc:sldLayoutChg>
        <pc:sldLayoutChg chg="del">
          <pc:chgData name="PRIYANK SINHA" userId="5caf86734fead6d0" providerId="LiveId" clId="{45B4E962-4C20-4DCF-A5CF-714F42735963}" dt="2026-04-30T14:17:02.923" v="20" actId="47"/>
          <pc:sldLayoutMkLst>
            <pc:docMk/>
            <pc:sldMasterMk cId="0" sldId="2147483675"/>
            <pc:sldLayoutMk cId="0" sldId="2147483672"/>
          </pc:sldLayoutMkLst>
        </pc:sldLayoutChg>
        <pc:sldLayoutChg chg="del">
          <pc:chgData name="PRIYANK SINHA" userId="5caf86734fead6d0" providerId="LiveId" clId="{45B4E962-4C20-4DCF-A5CF-714F42735963}" dt="2026-04-30T14:17:02.389" v="18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55" name="Google Shape;45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e6b3ce6a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75" name="Google Shape;475;g13e6b3ce6a0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2b5859bcbd_0_17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1" name="Google Shape;731;g22b5859bcbd_0_17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2b5859bcbd_0_17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1" name="Google Shape;651;g22b5859bcbd_0_17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2f57a71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26" name="Google Shape;626;g99f2f57a71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e6b3ce6a0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42" name="Google Shape;542;g13e6b3ce6a0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17" name="Google Shape;41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2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3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5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subTitle" idx="1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2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subTitle" idx="3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4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ubTitle" idx="5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6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ubTitle" idx="7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8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9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13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14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subTitle" idx="15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5" r:id="rId14"/>
    <p:sldLayoutId id="2147483668" r:id="rId15"/>
    <p:sldLayoutId id="2147483669" r:id="rId16"/>
    <p:sldLayoutId id="2147483670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9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22" name="Google Shape;322;p29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23" name="Google Shape;323;p29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24" name="Google Shape;324;p29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25" name="Google Shape;325;p29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8" h="207" extrusionOk="0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6" name="Google Shape;326;p29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00" h="11197" extrusionOk="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27" name="Google Shape;327;p29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28" name="Google Shape;328;p29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85" h="2722" extrusionOk="0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9" name="Google Shape;329;p29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81" h="1937" extrusionOk="0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0" name="Google Shape;330;p29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1" name="Google Shape;331;p29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2" name="Google Shape;332;p29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" name="Google Shape;333;p29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" name="Google Shape;334;p29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5" name="Google Shape;335;p29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4" extrusionOk="0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6" name="Google Shape;336;p29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9" h="1412" extrusionOk="0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7" name="Google Shape;337;p29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5" h="367" extrusionOk="0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8" name="Google Shape;338;p29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9" name="Google Shape;339;p29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0" name="Google Shape;340;p29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1" name="Google Shape;341;p29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2" name="Google Shape;342;p29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7" extrusionOk="0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3" name="Google Shape;343;p29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8" h="1412" extrusionOk="0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" name="Google Shape;344;p29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" name="Google Shape;345;p29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" name="Google Shape;346;p29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4" h="367" extrusionOk="0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" name="Google Shape;347;p29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348" name="Google Shape;348;p29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5" h="4301" extrusionOk="0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algn="bl" rotWithShape="0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29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" h="322" extrusionOk="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29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43" h="2409" extrusionOk="0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29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" h="1161" extrusionOk="0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52" name="Google Shape;352;p29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29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9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29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29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9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358;p29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29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29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" name="Google Shape;361;p29"/>
              <p:cNvGrpSpPr/>
              <p:nvPr/>
            </p:nvGrpSpPr>
            <p:grpSpPr>
              <a:xfrm rot="-2979843" flipH="1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62" name="Google Shape;362;p29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29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64" name="Google Shape;364;p29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avLst/>
              <a:gdLst/>
              <a:ahLst/>
              <a:cxnLst/>
              <a:rect l="l" t="t" r="r" b="b"/>
              <a:pathLst>
                <a:path w="1714" h="1161" extrusionOk="0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 rot="7930158" flipH="1">
              <a:off x="7532339" y="1461822"/>
              <a:ext cx="162646" cy="45148"/>
            </a:xfrm>
            <a:custGeom>
              <a:avLst/>
              <a:gdLst/>
              <a:ahLst/>
              <a:cxnLst/>
              <a:rect l="l" t="t" r="r" b="b"/>
              <a:pathLst>
                <a:path w="1160" h="322" extrusionOk="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978543" y="552440"/>
            <a:ext cx="2913456" cy="2119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tx1"/>
                </a:solidFill>
              </a:rPr>
              <a:t>PANIC</a:t>
            </a:r>
            <a:r>
              <a:rPr lang="en-US" sz="4800" b="1" dirty="0"/>
              <a:t> ROUTE </a:t>
            </a:r>
            <a:r>
              <a:rPr lang="en-US" sz="4800" b="1" dirty="0">
                <a:solidFill>
                  <a:schemeClr val="bg2">
                    <a:lumMod val="90000"/>
                  </a:schemeClr>
                </a:solidFill>
              </a:rPr>
              <a:t>SYSTEM</a:t>
            </a:r>
            <a:endParaRPr sz="48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1"/>
          </p:nvPr>
        </p:nvSpPr>
        <p:spPr>
          <a:xfrm>
            <a:off x="757547" y="2586881"/>
            <a:ext cx="3014869" cy="759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Reimagining Pathfinding: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 Shortest to </a:t>
            </a:r>
            <a:r>
              <a:rPr lang="en-US" b="1" dirty="0"/>
              <a:t>Safest</a:t>
            </a:r>
            <a:r>
              <a:rPr lang="en-US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Modified Dijkstra Algorithm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56F36-1183-BB64-6A45-ECEB0F8AFF75}"/>
              </a:ext>
            </a:extLst>
          </p:cNvPr>
          <p:cNvSpPr txBox="1"/>
          <p:nvPr/>
        </p:nvSpPr>
        <p:spPr>
          <a:xfrm>
            <a:off x="341970" y="4057384"/>
            <a:ext cx="38211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👤 Priyank Sinha  </a:t>
            </a: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🎓 SAP ID: 590023136  </a:t>
            </a: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📚 Course: Data Structures &amp; Algorithms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/>
          <p:nvPr/>
        </p:nvSpPr>
        <p:spPr>
          <a:xfrm>
            <a:off x="1255644" y="1560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1"/>
          <p:cNvSpPr/>
          <p:nvPr/>
        </p:nvSpPr>
        <p:spPr>
          <a:xfrm>
            <a:off x="4684650" y="1560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1255644" y="3065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4684650" y="3065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Trispace"/>
                <a:ea typeface="Trispace"/>
                <a:cs typeface="Trispace"/>
                <a:sym typeface="Trispace"/>
              </a:rPr>
              <a:t>  </a:t>
            </a:r>
            <a:r>
              <a:rPr lang="en-US" b="1" dirty="0">
                <a:latin typeface="Trispace"/>
                <a:ea typeface="Trispace"/>
                <a:cs typeface="Trispace"/>
                <a:sym typeface="Trispace"/>
              </a:rPr>
              <a:t>Structure of the System</a:t>
            </a:r>
            <a:endParaRPr b="1" dirty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6" name="Google Shape;386;p31"/>
          <p:cNvSpPr txBox="1">
            <a:spLocks noGrp="1"/>
          </p:cNvSpPr>
          <p:nvPr>
            <p:ph type="title" idx="2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7" name="Google Shape;387;p31"/>
          <p:cNvSpPr txBox="1">
            <a:spLocks noGrp="1"/>
          </p:cNvSpPr>
          <p:nvPr>
            <p:ph type="title" idx="3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8" name="Google Shape;388;p31"/>
          <p:cNvSpPr txBox="1">
            <a:spLocks noGrp="1"/>
          </p:cNvSpPr>
          <p:nvPr>
            <p:ph type="title" idx="4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title" idx="5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 Motivation</a:t>
            </a:r>
            <a:endParaRPr dirty="0"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6"/>
          </p:nvPr>
        </p:nvSpPr>
        <p:spPr>
          <a:xfrm>
            <a:off x="5736449" y="1753825"/>
            <a:ext cx="2522887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Algorithm &amp; Implementation</a:t>
            </a:r>
            <a:endParaRPr dirty="0"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7"/>
          </p:nvPr>
        </p:nvSpPr>
        <p:spPr>
          <a:xfrm>
            <a:off x="2307450" y="3258823"/>
            <a:ext cx="2151900" cy="8512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Design &amp; Approach </a:t>
            </a:r>
            <a:endParaRPr dirty="0"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Results &amp; Insights</a:t>
            </a:r>
            <a:endParaRPr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>
            <a:spLocks noGrp="1"/>
          </p:cNvSpPr>
          <p:nvPr>
            <p:ph type="title"/>
          </p:nvPr>
        </p:nvSpPr>
        <p:spPr>
          <a:xfrm>
            <a:off x="772039" y="3857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/>
              <a:t>When Shortest Path Becomes Dangerous</a:t>
            </a:r>
            <a:endParaRPr dirty="0"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1"/>
          </p:nvPr>
        </p:nvSpPr>
        <p:spPr>
          <a:xfrm>
            <a:off x="5309408" y="2052638"/>
            <a:ext cx="3098400" cy="2935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Low Risk </a:t>
            </a:r>
            <a:endParaRPr dirty="0"/>
          </a:p>
        </p:txBody>
      </p:sp>
      <p:sp>
        <p:nvSpPr>
          <p:cNvPr id="459" name="Google Shape;459;p34"/>
          <p:cNvSpPr txBox="1">
            <a:spLocks noGrp="1"/>
          </p:cNvSpPr>
          <p:nvPr>
            <p:ph type="subTitle" idx="2"/>
          </p:nvPr>
        </p:nvSpPr>
        <p:spPr>
          <a:xfrm>
            <a:off x="460983" y="2079313"/>
            <a:ext cx="3098400" cy="2649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High Risk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460" name="Google Shape;460;p34"/>
          <p:cNvSpPr txBox="1">
            <a:spLocks noGrp="1"/>
          </p:cNvSpPr>
          <p:nvPr>
            <p:ph type="subTitle" idx="3"/>
          </p:nvPr>
        </p:nvSpPr>
        <p:spPr>
          <a:xfrm>
            <a:off x="914399" y="1646438"/>
            <a:ext cx="2325379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Shortest Path</a:t>
            </a:r>
            <a:endParaRPr dirty="0"/>
          </a:p>
        </p:txBody>
      </p:sp>
      <p:sp>
        <p:nvSpPr>
          <p:cNvPr id="461" name="Google Shape;461;p34"/>
          <p:cNvSpPr txBox="1">
            <a:spLocks noGrp="1"/>
          </p:cNvSpPr>
          <p:nvPr>
            <p:ph type="subTitle" idx="4"/>
          </p:nvPr>
        </p:nvSpPr>
        <p:spPr>
          <a:xfrm>
            <a:off x="5629013" y="1687100"/>
            <a:ext cx="2325379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Safest Path</a:t>
            </a:r>
            <a:endParaRPr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08A1DD2C-A55E-446C-47E0-8999572307D2}"/>
              </a:ext>
            </a:extLst>
          </p:cNvPr>
          <p:cNvSpPr/>
          <p:nvPr/>
        </p:nvSpPr>
        <p:spPr>
          <a:xfrm>
            <a:off x="1903141" y="2200507"/>
            <a:ext cx="170986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DF858AD-57B5-00BB-DC93-6E14F4AC3890}"/>
              </a:ext>
            </a:extLst>
          </p:cNvPr>
          <p:cNvSpPr/>
          <p:nvPr/>
        </p:nvSpPr>
        <p:spPr>
          <a:xfrm>
            <a:off x="1903141" y="2906112"/>
            <a:ext cx="170986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9D8E47A-9EC2-387B-E0B6-237A380680EF}"/>
              </a:ext>
            </a:extLst>
          </p:cNvPr>
          <p:cNvSpPr/>
          <p:nvPr/>
        </p:nvSpPr>
        <p:spPr>
          <a:xfrm>
            <a:off x="1903141" y="3611717"/>
            <a:ext cx="170986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7A7A6-A054-468B-CE3F-13F89F1C2E98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1988634" y="2378927"/>
            <a:ext cx="0" cy="5271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421684-E2D0-BEF4-8E3B-452B8C9CAFBB}"/>
              </a:ext>
            </a:extLst>
          </p:cNvPr>
          <p:cNvCxnSpPr/>
          <p:nvPr/>
        </p:nvCxnSpPr>
        <p:spPr>
          <a:xfrm>
            <a:off x="1988634" y="3084532"/>
            <a:ext cx="0" cy="5271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B65ED16-9531-A857-C6FA-6FB2B3B642A2}"/>
              </a:ext>
            </a:extLst>
          </p:cNvPr>
          <p:cNvSpPr/>
          <p:nvPr/>
        </p:nvSpPr>
        <p:spPr>
          <a:xfrm>
            <a:off x="6710039" y="2163336"/>
            <a:ext cx="178420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03DE7F2-D613-06C0-52A3-B66DD6A13B67}"/>
              </a:ext>
            </a:extLst>
          </p:cNvPr>
          <p:cNvSpPr/>
          <p:nvPr/>
        </p:nvSpPr>
        <p:spPr>
          <a:xfrm>
            <a:off x="6710039" y="3169704"/>
            <a:ext cx="178420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3A8E51E-07F6-F76D-F6F9-6C6BE69EB0F4}"/>
              </a:ext>
            </a:extLst>
          </p:cNvPr>
          <p:cNvSpPr/>
          <p:nvPr/>
        </p:nvSpPr>
        <p:spPr>
          <a:xfrm>
            <a:off x="6710039" y="3865756"/>
            <a:ext cx="178420" cy="1784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2DCCC7-F0F4-ABBE-58AD-866FED08BE73}"/>
              </a:ext>
            </a:extLst>
          </p:cNvPr>
          <p:cNvCxnSpPr>
            <a:stCxn id="10" idx="4"/>
            <a:endCxn id="14" idx="0"/>
          </p:cNvCxnSpPr>
          <p:nvPr/>
        </p:nvCxnSpPr>
        <p:spPr>
          <a:xfrm>
            <a:off x="6799249" y="2341756"/>
            <a:ext cx="0" cy="827948"/>
          </a:xfrm>
          <a:prstGeom prst="line">
            <a:avLst/>
          </a:prstGeom>
          <a:ln>
            <a:solidFill>
              <a:srgbClr val="00B050"/>
            </a:solidFill>
          </a:ln>
          <a:effectLst>
            <a:glow rad="101600">
              <a:srgbClr val="00B05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86FE6B-0F0C-D1E6-EEF8-AB119F7BBA28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>
            <a:off x="6799249" y="3348124"/>
            <a:ext cx="0" cy="517632"/>
          </a:xfrm>
          <a:prstGeom prst="line">
            <a:avLst/>
          </a:prstGeom>
          <a:ln>
            <a:solidFill>
              <a:srgbClr val="00B050"/>
            </a:solidFill>
          </a:ln>
          <a:effectLst>
            <a:glow rad="101600">
              <a:srgbClr val="00B05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BAAECBD-7D35-BEC7-A02B-0849FBBA8B68}"/>
              </a:ext>
            </a:extLst>
          </p:cNvPr>
          <p:cNvSpPr txBox="1"/>
          <p:nvPr/>
        </p:nvSpPr>
        <p:spPr>
          <a:xfrm>
            <a:off x="2445834" y="4232386"/>
            <a:ext cx="385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Maven Pro" panose="020B0604020202020204" charset="0"/>
              </a:rPr>
              <a:t>Should a system prioritize speed or safety?</a:t>
            </a:r>
            <a:endParaRPr lang="en-IN" sz="1800" b="1" dirty="0">
              <a:solidFill>
                <a:schemeClr val="bg2">
                  <a:lumMod val="75000"/>
                </a:schemeClr>
              </a:solidFill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5"/>
          <p:cNvSpPr txBox="1">
            <a:spLocks noGrp="1"/>
          </p:cNvSpPr>
          <p:nvPr>
            <p:ph type="title"/>
          </p:nvPr>
        </p:nvSpPr>
        <p:spPr>
          <a:xfrm>
            <a:off x="514335" y="161115"/>
            <a:ext cx="7704000" cy="955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Transforming Safety into Computation</a:t>
            </a:r>
            <a:endParaRPr b="1" dirty="0"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Represents the total travel length.</a:t>
            </a:r>
            <a:endParaRPr dirty="0"/>
          </a:p>
        </p:txBody>
      </p:sp>
      <p:sp>
        <p:nvSpPr>
          <p:cNvPr id="479" name="Google Shape;479;p35"/>
          <p:cNvSpPr txBox="1">
            <a:spLocks noGrp="1"/>
          </p:cNvSpPr>
          <p:nvPr>
            <p:ph type="subTitle" idx="2"/>
          </p:nvPr>
        </p:nvSpPr>
        <p:spPr>
          <a:xfrm>
            <a:off x="3558540" y="2980058"/>
            <a:ext cx="3101339" cy="1172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Cost =</a:t>
            </a:r>
            <a:r>
              <a:rPr lang="en-US" sz="1600" dirty="0"/>
              <a:t> </a:t>
            </a:r>
          </a:p>
          <a:p>
            <a:pPr marL="0" lvl="0" indent="0"/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Distance + (Danger </a:t>
            </a:r>
            <a:r>
              <a:rPr lang="en-IN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×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Weight)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Weight: Controls  the importance of safety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80" name="Google Shape;480;p35"/>
          <p:cNvSpPr txBox="1">
            <a:spLocks noGrp="1"/>
          </p:cNvSpPr>
          <p:nvPr>
            <p:ph type="subTitle" idx="3"/>
          </p:nvPr>
        </p:nvSpPr>
        <p:spPr>
          <a:xfrm>
            <a:off x="7006718" y="2992900"/>
            <a:ext cx="1488298" cy="778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Represents risk level of each path</a:t>
            </a:r>
            <a:endParaRPr dirty="0"/>
          </a:p>
        </p:txBody>
      </p:sp>
      <p:sp>
        <p:nvSpPr>
          <p:cNvPr id="481" name="Google Shape;481;p3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Distance</a:t>
            </a:r>
            <a:endParaRPr dirty="0"/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802379" y="2670105"/>
            <a:ext cx="2278999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Cost Function</a:t>
            </a:r>
            <a:endParaRPr dirty="0"/>
          </a:p>
        </p:txBody>
      </p:sp>
      <p:sp>
        <p:nvSpPr>
          <p:cNvPr id="483" name="Google Shape;483;p35"/>
          <p:cNvSpPr txBox="1">
            <a:spLocks noGrp="1"/>
          </p:cNvSpPr>
          <p:nvPr>
            <p:ph type="subTitle" idx="6"/>
          </p:nvPr>
        </p:nvSpPr>
        <p:spPr>
          <a:xfrm>
            <a:off x="6934199" y="2717471"/>
            <a:ext cx="1560817" cy="3143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Danger </a:t>
            </a:r>
            <a:endParaRPr dirty="0"/>
          </a:p>
        </p:txBody>
      </p:sp>
      <p:sp>
        <p:nvSpPr>
          <p:cNvPr id="484" name="Google Shape;484;p35"/>
          <p:cNvSpPr/>
          <p:nvPr/>
        </p:nvSpPr>
        <p:spPr>
          <a:xfrm>
            <a:off x="1066004" y="1430593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4289554" y="147022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7224370" y="147022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5736947" y="7963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" name="Google Shape;488;p35"/>
          <p:cNvGrpSpPr/>
          <p:nvPr/>
        </p:nvGrpSpPr>
        <p:grpSpPr>
          <a:xfrm>
            <a:off x="1344729" y="1737693"/>
            <a:ext cx="487449" cy="430700"/>
            <a:chOff x="2544378" y="1577035"/>
            <a:chExt cx="487449" cy="430700"/>
          </a:xfrm>
        </p:grpSpPr>
        <p:sp>
          <p:nvSpPr>
            <p:cNvPr id="489" name="Google Shape;489;p35"/>
            <p:cNvSpPr/>
            <p:nvPr/>
          </p:nvSpPr>
          <p:spPr>
            <a:xfrm>
              <a:off x="2690137" y="1664129"/>
              <a:ext cx="196889" cy="142048"/>
            </a:xfrm>
            <a:custGeom>
              <a:avLst/>
              <a:gdLst/>
              <a:ahLst/>
              <a:cxnLst/>
              <a:rect l="l" t="t" r="r" b="b"/>
              <a:pathLst>
                <a:path w="1856" h="1339" extrusionOk="0">
                  <a:moveTo>
                    <a:pt x="928" y="1071"/>
                  </a:moveTo>
                  <a:cubicBezTo>
                    <a:pt x="705" y="1071"/>
                    <a:pt x="518" y="892"/>
                    <a:pt x="518" y="669"/>
                  </a:cubicBezTo>
                  <a:cubicBezTo>
                    <a:pt x="518" y="446"/>
                    <a:pt x="705" y="268"/>
                    <a:pt x="928" y="268"/>
                  </a:cubicBezTo>
                  <a:cubicBezTo>
                    <a:pt x="1151" y="268"/>
                    <a:pt x="1329" y="446"/>
                    <a:pt x="1329" y="669"/>
                  </a:cubicBezTo>
                  <a:cubicBezTo>
                    <a:pt x="1329" y="892"/>
                    <a:pt x="1151" y="1071"/>
                    <a:pt x="928" y="1071"/>
                  </a:cubicBezTo>
                  <a:close/>
                  <a:moveTo>
                    <a:pt x="928" y="0"/>
                  </a:moveTo>
                  <a:cubicBezTo>
                    <a:pt x="384" y="0"/>
                    <a:pt x="81" y="500"/>
                    <a:pt x="0" y="669"/>
                  </a:cubicBezTo>
                  <a:cubicBezTo>
                    <a:pt x="36" y="740"/>
                    <a:pt x="107" y="865"/>
                    <a:pt x="214" y="990"/>
                  </a:cubicBezTo>
                  <a:cubicBezTo>
                    <a:pt x="420" y="1222"/>
                    <a:pt x="660" y="1338"/>
                    <a:pt x="928" y="1338"/>
                  </a:cubicBezTo>
                  <a:cubicBezTo>
                    <a:pt x="1463" y="1338"/>
                    <a:pt x="1767" y="839"/>
                    <a:pt x="1856" y="669"/>
                  </a:cubicBezTo>
                  <a:cubicBezTo>
                    <a:pt x="1820" y="598"/>
                    <a:pt x="1749" y="473"/>
                    <a:pt x="1633" y="348"/>
                  </a:cubicBezTo>
                  <a:cubicBezTo>
                    <a:pt x="1428" y="116"/>
                    <a:pt x="1187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2774367" y="1720884"/>
              <a:ext cx="28430" cy="28431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205" y="0"/>
                    <a:pt x="268" y="63"/>
                    <a:pt x="268" y="134"/>
                  </a:cubicBezTo>
                  <a:cubicBezTo>
                    <a:pt x="268" y="205"/>
                    <a:pt x="205" y="268"/>
                    <a:pt x="134" y="268"/>
                  </a:cubicBezTo>
                  <a:cubicBezTo>
                    <a:pt x="54" y="268"/>
                    <a:pt x="0" y="205"/>
                    <a:pt x="0" y="134"/>
                  </a:cubicBezTo>
                  <a:cubicBezTo>
                    <a:pt x="0" y="63"/>
                    <a:pt x="54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2544378" y="1577035"/>
              <a:ext cx="487449" cy="287809"/>
            </a:xfrm>
            <a:custGeom>
              <a:avLst/>
              <a:gdLst/>
              <a:ahLst/>
              <a:cxnLst/>
              <a:rect l="l" t="t" r="r" b="b"/>
              <a:pathLst>
                <a:path w="4595" h="2713" extrusionOk="0">
                  <a:moveTo>
                    <a:pt x="4051" y="830"/>
                  </a:moveTo>
                  <a:lnTo>
                    <a:pt x="3783" y="830"/>
                  </a:lnTo>
                  <a:lnTo>
                    <a:pt x="3783" y="562"/>
                  </a:lnTo>
                  <a:lnTo>
                    <a:pt x="4051" y="562"/>
                  </a:lnTo>
                  <a:close/>
                  <a:moveTo>
                    <a:pt x="4051" y="1365"/>
                  </a:moveTo>
                  <a:lnTo>
                    <a:pt x="3783" y="1365"/>
                  </a:lnTo>
                  <a:lnTo>
                    <a:pt x="3783" y="1098"/>
                  </a:lnTo>
                  <a:lnTo>
                    <a:pt x="4051" y="1098"/>
                  </a:lnTo>
                  <a:close/>
                  <a:moveTo>
                    <a:pt x="4051" y="1900"/>
                  </a:moveTo>
                  <a:lnTo>
                    <a:pt x="3783" y="1900"/>
                  </a:lnTo>
                  <a:lnTo>
                    <a:pt x="3783" y="1633"/>
                  </a:lnTo>
                  <a:lnTo>
                    <a:pt x="4051" y="1633"/>
                  </a:lnTo>
                  <a:close/>
                  <a:moveTo>
                    <a:pt x="4051" y="2445"/>
                  </a:moveTo>
                  <a:lnTo>
                    <a:pt x="3783" y="2445"/>
                  </a:lnTo>
                  <a:lnTo>
                    <a:pt x="3783" y="2177"/>
                  </a:lnTo>
                  <a:lnTo>
                    <a:pt x="4051" y="2177"/>
                  </a:lnTo>
                  <a:close/>
                  <a:moveTo>
                    <a:pt x="3497" y="1544"/>
                  </a:moveTo>
                  <a:cubicBezTo>
                    <a:pt x="3497" y="1553"/>
                    <a:pt x="3408" y="1767"/>
                    <a:pt x="3212" y="1981"/>
                  </a:cubicBezTo>
                  <a:cubicBezTo>
                    <a:pt x="2962" y="2275"/>
                    <a:pt x="2641" y="2436"/>
                    <a:pt x="2302" y="2436"/>
                  </a:cubicBezTo>
                  <a:cubicBezTo>
                    <a:pt x="1954" y="2436"/>
                    <a:pt x="1642" y="2275"/>
                    <a:pt x="1383" y="1981"/>
                  </a:cubicBezTo>
                  <a:cubicBezTo>
                    <a:pt x="1196" y="1767"/>
                    <a:pt x="1107" y="1553"/>
                    <a:pt x="1098" y="1544"/>
                  </a:cubicBezTo>
                  <a:lnTo>
                    <a:pt x="1080" y="1490"/>
                  </a:lnTo>
                  <a:lnTo>
                    <a:pt x="1098" y="1437"/>
                  </a:lnTo>
                  <a:cubicBezTo>
                    <a:pt x="1107" y="1428"/>
                    <a:pt x="1196" y="1214"/>
                    <a:pt x="1383" y="999"/>
                  </a:cubicBezTo>
                  <a:cubicBezTo>
                    <a:pt x="1642" y="705"/>
                    <a:pt x="1954" y="545"/>
                    <a:pt x="2302" y="545"/>
                  </a:cubicBezTo>
                  <a:cubicBezTo>
                    <a:pt x="2641" y="545"/>
                    <a:pt x="2962" y="705"/>
                    <a:pt x="3212" y="999"/>
                  </a:cubicBezTo>
                  <a:cubicBezTo>
                    <a:pt x="3408" y="1214"/>
                    <a:pt x="3497" y="1428"/>
                    <a:pt x="3497" y="1437"/>
                  </a:cubicBezTo>
                  <a:lnTo>
                    <a:pt x="3524" y="1490"/>
                  </a:lnTo>
                  <a:close/>
                  <a:moveTo>
                    <a:pt x="803" y="830"/>
                  </a:moveTo>
                  <a:lnTo>
                    <a:pt x="536" y="830"/>
                  </a:lnTo>
                  <a:lnTo>
                    <a:pt x="536" y="562"/>
                  </a:lnTo>
                  <a:lnTo>
                    <a:pt x="803" y="562"/>
                  </a:lnTo>
                  <a:close/>
                  <a:moveTo>
                    <a:pt x="803" y="1365"/>
                  </a:moveTo>
                  <a:lnTo>
                    <a:pt x="536" y="1365"/>
                  </a:lnTo>
                  <a:lnTo>
                    <a:pt x="536" y="1098"/>
                  </a:lnTo>
                  <a:lnTo>
                    <a:pt x="803" y="1098"/>
                  </a:lnTo>
                  <a:close/>
                  <a:moveTo>
                    <a:pt x="803" y="1900"/>
                  </a:moveTo>
                  <a:lnTo>
                    <a:pt x="536" y="1900"/>
                  </a:lnTo>
                  <a:lnTo>
                    <a:pt x="536" y="1633"/>
                  </a:lnTo>
                  <a:lnTo>
                    <a:pt x="803" y="1633"/>
                  </a:lnTo>
                  <a:close/>
                  <a:moveTo>
                    <a:pt x="803" y="2445"/>
                  </a:moveTo>
                  <a:lnTo>
                    <a:pt x="536" y="2445"/>
                  </a:lnTo>
                  <a:lnTo>
                    <a:pt x="536" y="2177"/>
                  </a:lnTo>
                  <a:lnTo>
                    <a:pt x="803" y="2177"/>
                  </a:lnTo>
                  <a:close/>
                  <a:moveTo>
                    <a:pt x="4595" y="0"/>
                  </a:moveTo>
                  <a:lnTo>
                    <a:pt x="0" y="0"/>
                  </a:lnTo>
                  <a:lnTo>
                    <a:pt x="0" y="2712"/>
                  </a:lnTo>
                  <a:lnTo>
                    <a:pt x="4595" y="27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2544378" y="1893057"/>
              <a:ext cx="487449" cy="114678"/>
            </a:xfrm>
            <a:custGeom>
              <a:avLst/>
              <a:gdLst/>
              <a:ahLst/>
              <a:cxnLst/>
              <a:rect l="l" t="t" r="r" b="b"/>
              <a:pathLst>
                <a:path w="4595" h="1081" extrusionOk="0">
                  <a:moveTo>
                    <a:pt x="0" y="1"/>
                  </a:moveTo>
                  <a:lnTo>
                    <a:pt x="0" y="536"/>
                  </a:lnTo>
                  <a:lnTo>
                    <a:pt x="1758" y="536"/>
                  </a:lnTo>
                  <a:lnTo>
                    <a:pt x="1758" y="813"/>
                  </a:lnTo>
                  <a:lnTo>
                    <a:pt x="536" y="813"/>
                  </a:lnTo>
                  <a:lnTo>
                    <a:pt x="536" y="1080"/>
                  </a:lnTo>
                  <a:lnTo>
                    <a:pt x="4051" y="1080"/>
                  </a:lnTo>
                  <a:lnTo>
                    <a:pt x="4051" y="813"/>
                  </a:lnTo>
                  <a:lnTo>
                    <a:pt x="2837" y="813"/>
                  </a:lnTo>
                  <a:lnTo>
                    <a:pt x="2837" y="536"/>
                  </a:lnTo>
                  <a:lnTo>
                    <a:pt x="4595" y="536"/>
                  </a:lnTo>
                  <a:lnTo>
                    <a:pt x="4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35"/>
          <p:cNvGrpSpPr/>
          <p:nvPr/>
        </p:nvGrpSpPr>
        <p:grpSpPr>
          <a:xfrm>
            <a:off x="4572000" y="1753500"/>
            <a:ext cx="487555" cy="487461"/>
            <a:chOff x="3257895" y="1548605"/>
            <a:chExt cx="487555" cy="487461"/>
          </a:xfrm>
        </p:grpSpPr>
        <p:sp>
          <p:nvSpPr>
            <p:cNvPr id="494" name="Google Shape;494;p35"/>
            <p:cNvSpPr/>
            <p:nvPr/>
          </p:nvSpPr>
          <p:spPr>
            <a:xfrm>
              <a:off x="3516314" y="1721839"/>
              <a:ext cx="43600" cy="141093"/>
            </a:xfrm>
            <a:custGeom>
              <a:avLst/>
              <a:gdLst/>
              <a:ahLst/>
              <a:cxnLst/>
              <a:rect l="l" t="t" r="r" b="b"/>
              <a:pathLst>
                <a:path w="411" h="1330" extrusionOk="0">
                  <a:moveTo>
                    <a:pt x="0" y="0"/>
                  </a:moveTo>
                  <a:lnTo>
                    <a:pt x="0" y="1329"/>
                  </a:lnTo>
                  <a:cubicBezTo>
                    <a:pt x="232" y="1267"/>
                    <a:pt x="411" y="1053"/>
                    <a:pt x="411" y="794"/>
                  </a:cubicBezTo>
                  <a:lnTo>
                    <a:pt x="411" y="527"/>
                  </a:lnTo>
                  <a:cubicBezTo>
                    <a:pt x="411" y="268"/>
                    <a:pt x="232" y="5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3443434" y="1721839"/>
              <a:ext cx="44555" cy="141093"/>
            </a:xfrm>
            <a:custGeom>
              <a:avLst/>
              <a:gdLst/>
              <a:ahLst/>
              <a:cxnLst/>
              <a:rect l="l" t="t" r="r" b="b"/>
              <a:pathLst>
                <a:path w="420" h="1330" extrusionOk="0">
                  <a:moveTo>
                    <a:pt x="420" y="0"/>
                  </a:moveTo>
                  <a:cubicBezTo>
                    <a:pt x="179" y="54"/>
                    <a:pt x="0" y="268"/>
                    <a:pt x="0" y="527"/>
                  </a:cubicBezTo>
                  <a:lnTo>
                    <a:pt x="0" y="794"/>
                  </a:lnTo>
                  <a:cubicBezTo>
                    <a:pt x="0" y="1053"/>
                    <a:pt x="179" y="1267"/>
                    <a:pt x="420" y="13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3372465" y="1662220"/>
              <a:ext cx="258417" cy="259378"/>
            </a:xfrm>
            <a:custGeom>
              <a:avLst/>
              <a:gdLst/>
              <a:ahLst/>
              <a:cxnLst/>
              <a:rect l="l" t="t" r="r" b="b"/>
              <a:pathLst>
                <a:path w="2436" h="2445" extrusionOk="0">
                  <a:moveTo>
                    <a:pt x="2034" y="1356"/>
                  </a:moveTo>
                  <a:cubicBezTo>
                    <a:pt x="2034" y="1820"/>
                    <a:pt x="1651" y="2186"/>
                    <a:pt x="1187" y="2177"/>
                  </a:cubicBezTo>
                  <a:cubicBezTo>
                    <a:pt x="750" y="2159"/>
                    <a:pt x="402" y="1784"/>
                    <a:pt x="402" y="1347"/>
                  </a:cubicBezTo>
                  <a:lnTo>
                    <a:pt x="402" y="1097"/>
                  </a:lnTo>
                  <a:cubicBezTo>
                    <a:pt x="402" y="660"/>
                    <a:pt x="750" y="286"/>
                    <a:pt x="1187" y="277"/>
                  </a:cubicBezTo>
                  <a:cubicBezTo>
                    <a:pt x="1651" y="259"/>
                    <a:pt x="2034" y="625"/>
                    <a:pt x="2034" y="1089"/>
                  </a:cubicBezTo>
                  <a:close/>
                  <a:moveTo>
                    <a:pt x="1222" y="0"/>
                  </a:moveTo>
                  <a:cubicBezTo>
                    <a:pt x="544" y="0"/>
                    <a:pt x="0" y="553"/>
                    <a:pt x="0" y="1222"/>
                  </a:cubicBezTo>
                  <a:cubicBezTo>
                    <a:pt x="0" y="1891"/>
                    <a:pt x="544" y="2445"/>
                    <a:pt x="1222" y="2445"/>
                  </a:cubicBezTo>
                  <a:cubicBezTo>
                    <a:pt x="1892" y="2445"/>
                    <a:pt x="2436" y="1891"/>
                    <a:pt x="2436" y="1222"/>
                  </a:cubicBezTo>
                  <a:cubicBezTo>
                    <a:pt x="2436" y="553"/>
                    <a:pt x="1892" y="0"/>
                    <a:pt x="1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3257895" y="1548605"/>
              <a:ext cx="487555" cy="487461"/>
            </a:xfrm>
            <a:custGeom>
              <a:avLst/>
              <a:gdLst/>
              <a:ahLst/>
              <a:cxnLst/>
              <a:rect l="l" t="t" r="r" b="b"/>
              <a:pathLst>
                <a:path w="4596" h="4595" extrusionOk="0">
                  <a:moveTo>
                    <a:pt x="2302" y="3783"/>
                  </a:moveTo>
                  <a:cubicBezTo>
                    <a:pt x="1482" y="3783"/>
                    <a:pt x="813" y="3114"/>
                    <a:pt x="813" y="2293"/>
                  </a:cubicBezTo>
                  <a:cubicBezTo>
                    <a:pt x="813" y="1473"/>
                    <a:pt x="1482" y="804"/>
                    <a:pt x="2302" y="804"/>
                  </a:cubicBezTo>
                  <a:cubicBezTo>
                    <a:pt x="3123" y="804"/>
                    <a:pt x="3783" y="1473"/>
                    <a:pt x="3783" y="2293"/>
                  </a:cubicBezTo>
                  <a:cubicBezTo>
                    <a:pt x="3783" y="3114"/>
                    <a:pt x="3123" y="3783"/>
                    <a:pt x="2302" y="3783"/>
                  </a:cubicBezTo>
                  <a:close/>
                  <a:moveTo>
                    <a:pt x="4595" y="2802"/>
                  </a:moveTo>
                  <a:lnTo>
                    <a:pt x="4595" y="1785"/>
                  </a:lnTo>
                  <a:lnTo>
                    <a:pt x="4238" y="1696"/>
                  </a:lnTo>
                  <a:cubicBezTo>
                    <a:pt x="4203" y="1580"/>
                    <a:pt x="4149" y="1464"/>
                    <a:pt x="4096" y="1348"/>
                  </a:cubicBezTo>
                  <a:lnTo>
                    <a:pt x="4283" y="1036"/>
                  </a:lnTo>
                  <a:lnTo>
                    <a:pt x="3560" y="313"/>
                  </a:lnTo>
                  <a:lnTo>
                    <a:pt x="3248" y="509"/>
                  </a:lnTo>
                  <a:cubicBezTo>
                    <a:pt x="3132" y="447"/>
                    <a:pt x="3016" y="393"/>
                    <a:pt x="2900" y="358"/>
                  </a:cubicBezTo>
                  <a:lnTo>
                    <a:pt x="2811" y="1"/>
                  </a:lnTo>
                  <a:lnTo>
                    <a:pt x="1794" y="1"/>
                  </a:lnTo>
                  <a:lnTo>
                    <a:pt x="1705" y="358"/>
                  </a:lnTo>
                  <a:cubicBezTo>
                    <a:pt x="1580" y="393"/>
                    <a:pt x="1464" y="447"/>
                    <a:pt x="1357" y="509"/>
                  </a:cubicBezTo>
                  <a:lnTo>
                    <a:pt x="1036" y="313"/>
                  </a:lnTo>
                  <a:lnTo>
                    <a:pt x="313" y="1036"/>
                  </a:lnTo>
                  <a:lnTo>
                    <a:pt x="509" y="1348"/>
                  </a:lnTo>
                  <a:cubicBezTo>
                    <a:pt x="447" y="1464"/>
                    <a:pt x="402" y="1580"/>
                    <a:pt x="367" y="1696"/>
                  </a:cubicBezTo>
                  <a:lnTo>
                    <a:pt x="1" y="1785"/>
                  </a:lnTo>
                  <a:lnTo>
                    <a:pt x="1" y="2802"/>
                  </a:lnTo>
                  <a:lnTo>
                    <a:pt x="367" y="2891"/>
                  </a:lnTo>
                  <a:cubicBezTo>
                    <a:pt x="402" y="3016"/>
                    <a:pt x="447" y="3132"/>
                    <a:pt x="509" y="3248"/>
                  </a:cubicBezTo>
                  <a:lnTo>
                    <a:pt x="313" y="3560"/>
                  </a:lnTo>
                  <a:lnTo>
                    <a:pt x="1036" y="4283"/>
                  </a:lnTo>
                  <a:lnTo>
                    <a:pt x="1357" y="4087"/>
                  </a:lnTo>
                  <a:cubicBezTo>
                    <a:pt x="1464" y="4149"/>
                    <a:pt x="1580" y="4194"/>
                    <a:pt x="1705" y="4238"/>
                  </a:cubicBezTo>
                  <a:lnTo>
                    <a:pt x="1794" y="4595"/>
                  </a:lnTo>
                  <a:lnTo>
                    <a:pt x="2811" y="4595"/>
                  </a:lnTo>
                  <a:lnTo>
                    <a:pt x="2900" y="4238"/>
                  </a:lnTo>
                  <a:cubicBezTo>
                    <a:pt x="3016" y="4194"/>
                    <a:pt x="3132" y="4149"/>
                    <a:pt x="3248" y="4087"/>
                  </a:cubicBezTo>
                  <a:lnTo>
                    <a:pt x="3560" y="4283"/>
                  </a:lnTo>
                  <a:lnTo>
                    <a:pt x="4283" y="3560"/>
                  </a:lnTo>
                  <a:lnTo>
                    <a:pt x="4096" y="3248"/>
                  </a:lnTo>
                  <a:cubicBezTo>
                    <a:pt x="4149" y="3132"/>
                    <a:pt x="4203" y="3016"/>
                    <a:pt x="4238" y="2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35"/>
          <p:cNvGrpSpPr/>
          <p:nvPr/>
        </p:nvGrpSpPr>
        <p:grpSpPr>
          <a:xfrm>
            <a:off x="7513104" y="1780339"/>
            <a:ext cx="498906" cy="490325"/>
            <a:chOff x="3966743" y="1547650"/>
            <a:chExt cx="498906" cy="490325"/>
          </a:xfrm>
        </p:grpSpPr>
        <p:sp>
          <p:nvSpPr>
            <p:cNvPr id="499" name="Google Shape;499;p35"/>
            <p:cNvSpPr/>
            <p:nvPr/>
          </p:nvSpPr>
          <p:spPr>
            <a:xfrm>
              <a:off x="4173075" y="1702850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1"/>
                  </a:moveTo>
                  <a:lnTo>
                    <a:pt x="268" y="1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3966743" y="1547650"/>
              <a:ext cx="498906" cy="490325"/>
            </a:xfrm>
            <a:custGeom>
              <a:avLst/>
              <a:gdLst/>
              <a:ahLst/>
              <a:cxnLst/>
              <a:rect l="l" t="t" r="r" b="b"/>
              <a:pathLst>
                <a:path w="4703" h="4622" extrusionOk="0">
                  <a:moveTo>
                    <a:pt x="2748" y="1196"/>
                  </a:moveTo>
                  <a:lnTo>
                    <a:pt x="3025" y="1196"/>
                  </a:lnTo>
                  <a:lnTo>
                    <a:pt x="3025" y="2267"/>
                  </a:lnTo>
                  <a:lnTo>
                    <a:pt x="2748" y="2267"/>
                  </a:lnTo>
                  <a:close/>
                  <a:moveTo>
                    <a:pt x="1946" y="1999"/>
                  </a:moveTo>
                  <a:lnTo>
                    <a:pt x="1946" y="2267"/>
                  </a:lnTo>
                  <a:lnTo>
                    <a:pt x="1678" y="2267"/>
                  </a:lnTo>
                  <a:lnTo>
                    <a:pt x="1678" y="1196"/>
                  </a:lnTo>
                  <a:lnTo>
                    <a:pt x="2481" y="1196"/>
                  </a:lnTo>
                  <a:lnTo>
                    <a:pt x="2481" y="2267"/>
                  </a:lnTo>
                  <a:lnTo>
                    <a:pt x="2213" y="2267"/>
                  </a:lnTo>
                  <a:lnTo>
                    <a:pt x="2213" y="1999"/>
                  </a:lnTo>
                  <a:close/>
                  <a:moveTo>
                    <a:pt x="4104" y="3533"/>
                  </a:moveTo>
                  <a:cubicBezTo>
                    <a:pt x="3855" y="3533"/>
                    <a:pt x="3641" y="3703"/>
                    <a:pt x="3587" y="3935"/>
                  </a:cubicBezTo>
                  <a:lnTo>
                    <a:pt x="2873" y="3935"/>
                  </a:lnTo>
                  <a:cubicBezTo>
                    <a:pt x="2820" y="3748"/>
                    <a:pt x="2668" y="3596"/>
                    <a:pt x="2481" y="3551"/>
                  </a:cubicBezTo>
                  <a:lnTo>
                    <a:pt x="2481" y="2900"/>
                  </a:lnTo>
                  <a:lnTo>
                    <a:pt x="3730" y="2900"/>
                  </a:lnTo>
                  <a:cubicBezTo>
                    <a:pt x="4167" y="2900"/>
                    <a:pt x="4577" y="2552"/>
                    <a:pt x="4631" y="2115"/>
                  </a:cubicBezTo>
                  <a:cubicBezTo>
                    <a:pt x="4702" y="1642"/>
                    <a:pt x="4399" y="1223"/>
                    <a:pt x="3962" y="1116"/>
                  </a:cubicBezTo>
                  <a:cubicBezTo>
                    <a:pt x="3908" y="491"/>
                    <a:pt x="3382" y="1"/>
                    <a:pt x="2748" y="1"/>
                  </a:cubicBezTo>
                  <a:cubicBezTo>
                    <a:pt x="2445" y="1"/>
                    <a:pt x="2160" y="117"/>
                    <a:pt x="1937" y="313"/>
                  </a:cubicBezTo>
                  <a:cubicBezTo>
                    <a:pt x="1856" y="286"/>
                    <a:pt x="1767" y="277"/>
                    <a:pt x="1669" y="277"/>
                  </a:cubicBezTo>
                  <a:cubicBezTo>
                    <a:pt x="1187" y="277"/>
                    <a:pt x="786" y="643"/>
                    <a:pt x="732" y="1116"/>
                  </a:cubicBezTo>
                  <a:cubicBezTo>
                    <a:pt x="295" y="1223"/>
                    <a:pt x="1" y="1642"/>
                    <a:pt x="63" y="2115"/>
                  </a:cubicBezTo>
                  <a:cubicBezTo>
                    <a:pt x="117" y="2543"/>
                    <a:pt x="527" y="2900"/>
                    <a:pt x="964" y="2900"/>
                  </a:cubicBezTo>
                  <a:lnTo>
                    <a:pt x="2213" y="2900"/>
                  </a:lnTo>
                  <a:lnTo>
                    <a:pt x="2213" y="3551"/>
                  </a:lnTo>
                  <a:cubicBezTo>
                    <a:pt x="2026" y="3596"/>
                    <a:pt x="1874" y="3748"/>
                    <a:pt x="1830" y="3935"/>
                  </a:cubicBezTo>
                  <a:lnTo>
                    <a:pt x="1107" y="3935"/>
                  </a:lnTo>
                  <a:cubicBezTo>
                    <a:pt x="1053" y="3694"/>
                    <a:pt x="821" y="3525"/>
                    <a:pt x="563" y="3533"/>
                  </a:cubicBezTo>
                  <a:cubicBezTo>
                    <a:pt x="286" y="3551"/>
                    <a:pt x="63" y="3774"/>
                    <a:pt x="54" y="4051"/>
                  </a:cubicBezTo>
                  <a:cubicBezTo>
                    <a:pt x="36" y="4354"/>
                    <a:pt x="286" y="4613"/>
                    <a:pt x="590" y="4613"/>
                  </a:cubicBezTo>
                  <a:cubicBezTo>
                    <a:pt x="839" y="4613"/>
                    <a:pt x="1053" y="4435"/>
                    <a:pt x="1107" y="4203"/>
                  </a:cubicBezTo>
                  <a:lnTo>
                    <a:pt x="1830" y="4203"/>
                  </a:lnTo>
                  <a:cubicBezTo>
                    <a:pt x="1883" y="4435"/>
                    <a:pt x="2097" y="4613"/>
                    <a:pt x="2347" y="4613"/>
                  </a:cubicBezTo>
                  <a:cubicBezTo>
                    <a:pt x="2597" y="4613"/>
                    <a:pt x="2811" y="4435"/>
                    <a:pt x="2873" y="4203"/>
                  </a:cubicBezTo>
                  <a:lnTo>
                    <a:pt x="3587" y="4203"/>
                  </a:lnTo>
                  <a:cubicBezTo>
                    <a:pt x="3649" y="4443"/>
                    <a:pt x="3872" y="4622"/>
                    <a:pt x="4131" y="4613"/>
                  </a:cubicBezTo>
                  <a:cubicBezTo>
                    <a:pt x="4408" y="4595"/>
                    <a:pt x="4631" y="4372"/>
                    <a:pt x="4640" y="4096"/>
                  </a:cubicBezTo>
                  <a:cubicBezTo>
                    <a:pt x="4658" y="3792"/>
                    <a:pt x="4408" y="3533"/>
                    <a:pt x="4104" y="353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653694-4C81-22DF-1F46-D7868ACB09BD}"/>
              </a:ext>
            </a:extLst>
          </p:cNvPr>
          <p:cNvSpPr txBox="1"/>
          <p:nvPr/>
        </p:nvSpPr>
        <p:spPr>
          <a:xfrm>
            <a:off x="2401810" y="4413152"/>
            <a:ext cx="534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Higher danger increases cost → safer paths become optimal</a:t>
            </a:r>
            <a:endParaRPr lang="en-IN" b="1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3"/>
          <p:cNvSpPr txBox="1">
            <a:spLocks noGrp="1"/>
          </p:cNvSpPr>
          <p:nvPr>
            <p:ph type="title"/>
          </p:nvPr>
        </p:nvSpPr>
        <p:spPr>
          <a:xfrm>
            <a:off x="780960" y="147082"/>
            <a:ext cx="7704000" cy="922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System Flow &amp; Working Architecture</a:t>
            </a:r>
            <a:endParaRPr b="1" dirty="0"/>
          </a:p>
        </p:txBody>
      </p:sp>
      <p:sp>
        <p:nvSpPr>
          <p:cNvPr id="734" name="Google Shape;734;p43"/>
          <p:cNvSpPr txBox="1"/>
          <p:nvPr/>
        </p:nvSpPr>
        <p:spPr>
          <a:xfrm>
            <a:off x="2541841" y="1516821"/>
            <a:ext cx="552275" cy="3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Input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3142687" y="1288868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3"/>
          <p:cNvSpPr txBox="1"/>
          <p:nvPr/>
        </p:nvSpPr>
        <p:spPr>
          <a:xfrm flipH="1">
            <a:off x="6115223" y="1478129"/>
            <a:ext cx="610025" cy="3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Graph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37" name="Google Shape;737;p43"/>
          <p:cNvSpPr/>
          <p:nvPr/>
        </p:nvSpPr>
        <p:spPr>
          <a:xfrm flipH="1">
            <a:off x="5289750" y="1288891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8" name="Google Shape;738;p43"/>
          <p:cNvCxnSpPr>
            <a:cxnSpLocks/>
            <a:stCxn id="735" idx="6"/>
            <a:endCxn id="737" idx="6"/>
          </p:cNvCxnSpPr>
          <p:nvPr/>
        </p:nvCxnSpPr>
        <p:spPr>
          <a:xfrm>
            <a:off x="3854287" y="1644668"/>
            <a:ext cx="14355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43"/>
          <p:cNvCxnSpPr>
            <a:cxnSpLocks/>
            <a:stCxn id="737" idx="5"/>
            <a:endCxn id="740" idx="7"/>
          </p:cNvCxnSpPr>
          <p:nvPr/>
        </p:nvCxnSpPr>
        <p:spPr>
          <a:xfrm rot="5400000">
            <a:off x="4391961" y="1254279"/>
            <a:ext cx="360000" cy="16440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1" name="Google Shape;741;p43"/>
          <p:cNvSpPr txBox="1"/>
          <p:nvPr/>
        </p:nvSpPr>
        <p:spPr>
          <a:xfrm>
            <a:off x="2373121" y="2256279"/>
            <a:ext cx="879935" cy="41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Distance 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0" name="Google Shape;740;p43"/>
          <p:cNvSpPr/>
          <p:nvPr/>
        </p:nvSpPr>
        <p:spPr>
          <a:xfrm>
            <a:off x="3142687" y="2151968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3"/>
          <p:cNvSpPr txBox="1"/>
          <p:nvPr/>
        </p:nvSpPr>
        <p:spPr>
          <a:xfrm flipH="1">
            <a:off x="6115223" y="2300527"/>
            <a:ext cx="711600" cy="4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Danger 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3" name="Google Shape;743;p43"/>
          <p:cNvSpPr/>
          <p:nvPr/>
        </p:nvSpPr>
        <p:spPr>
          <a:xfrm flipH="1">
            <a:off x="5289750" y="2151991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4" name="Google Shape;744;p43"/>
          <p:cNvCxnSpPr>
            <a:cxnSpLocks/>
            <a:stCxn id="740" idx="6"/>
            <a:endCxn id="743" idx="6"/>
          </p:cNvCxnSpPr>
          <p:nvPr/>
        </p:nvCxnSpPr>
        <p:spPr>
          <a:xfrm>
            <a:off x="3854287" y="2507768"/>
            <a:ext cx="14355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5" name="Google Shape;745;p43"/>
          <p:cNvSpPr txBox="1"/>
          <p:nvPr/>
        </p:nvSpPr>
        <p:spPr>
          <a:xfrm>
            <a:off x="2558163" y="3100705"/>
            <a:ext cx="620665" cy="43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>
                    <a:lumMod val="75000"/>
                    <a:alpha val="55000"/>
                  </a:schemeClr>
                </a:solidFill>
                <a:effectLst>
                  <a:glow rad="127000">
                    <a:schemeClr val="bg2">
                      <a:lumMod val="50000"/>
                      <a:alpha val="56000"/>
                    </a:schemeClr>
                  </a:glow>
                </a:effectLst>
                <a:latin typeface="Maven Pro"/>
                <a:ea typeface="Maven Pro"/>
                <a:cs typeface="Maven Pro"/>
                <a:sym typeface="Maven Pro"/>
              </a:rPr>
              <a:t>Cost</a:t>
            </a:r>
            <a:endParaRPr sz="1200" b="1" dirty="0">
              <a:solidFill>
                <a:schemeClr val="bg2">
                  <a:lumMod val="75000"/>
                  <a:alpha val="55000"/>
                </a:schemeClr>
              </a:solidFill>
              <a:effectLst>
                <a:glow rad="127000">
                  <a:schemeClr val="bg2">
                    <a:lumMod val="50000"/>
                    <a:alpha val="56000"/>
                  </a:schemeClr>
                </a:glow>
              </a:effectLst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3142687" y="3015068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3"/>
          <p:cNvSpPr txBox="1"/>
          <p:nvPr/>
        </p:nvSpPr>
        <p:spPr>
          <a:xfrm flipH="1">
            <a:off x="6183550" y="3093967"/>
            <a:ext cx="574945" cy="4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Heap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8" name="Google Shape;748;p43"/>
          <p:cNvSpPr/>
          <p:nvPr/>
        </p:nvSpPr>
        <p:spPr>
          <a:xfrm flipH="1">
            <a:off x="5289750" y="3015091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9" name="Google Shape;749;p43"/>
          <p:cNvCxnSpPr>
            <a:cxnSpLocks/>
            <a:stCxn id="746" idx="6"/>
            <a:endCxn id="748" idx="6"/>
          </p:cNvCxnSpPr>
          <p:nvPr/>
        </p:nvCxnSpPr>
        <p:spPr>
          <a:xfrm>
            <a:off x="3854287" y="3370868"/>
            <a:ext cx="14355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0" name="Google Shape;750;p43"/>
          <p:cNvSpPr txBox="1"/>
          <p:nvPr/>
        </p:nvSpPr>
        <p:spPr>
          <a:xfrm>
            <a:off x="2392642" y="4015001"/>
            <a:ext cx="795925" cy="43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effectLst>
                  <a:glow rad="127000">
                    <a:schemeClr val="bg2">
                      <a:lumMod val="50000"/>
                      <a:alpha val="56000"/>
                    </a:schemeClr>
                  </a:glow>
                </a:effectLst>
                <a:latin typeface="Maven Pro"/>
                <a:ea typeface="Maven Pro"/>
                <a:cs typeface="Maven Pro"/>
                <a:sym typeface="Maven Pro"/>
              </a:rPr>
              <a:t>Dijkstra</a:t>
            </a:r>
            <a:endParaRPr sz="1200" b="1" dirty="0">
              <a:solidFill>
                <a:schemeClr val="bg2">
                  <a:lumMod val="75000"/>
                </a:schemeClr>
              </a:solidFill>
              <a:effectLst>
                <a:glow rad="127000">
                  <a:schemeClr val="bg2">
                    <a:lumMod val="50000"/>
                    <a:alpha val="56000"/>
                  </a:schemeClr>
                </a:glow>
              </a:effectLst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3142687" y="3878168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3"/>
          <p:cNvSpPr txBox="1"/>
          <p:nvPr/>
        </p:nvSpPr>
        <p:spPr>
          <a:xfrm flipH="1">
            <a:off x="6115223" y="3976918"/>
            <a:ext cx="711600" cy="37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Output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53" name="Google Shape;753;p43"/>
          <p:cNvSpPr/>
          <p:nvPr/>
        </p:nvSpPr>
        <p:spPr>
          <a:xfrm flipH="1">
            <a:off x="5289750" y="3878191"/>
            <a:ext cx="711600" cy="7116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4" name="Google Shape;754;p43"/>
          <p:cNvCxnSpPr>
            <a:cxnSpLocks/>
            <a:stCxn id="751" idx="6"/>
            <a:endCxn id="753" idx="6"/>
          </p:cNvCxnSpPr>
          <p:nvPr/>
        </p:nvCxnSpPr>
        <p:spPr>
          <a:xfrm>
            <a:off x="3854287" y="4233968"/>
            <a:ext cx="14355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" name="Google Shape;755;p43"/>
          <p:cNvCxnSpPr>
            <a:cxnSpLocks/>
            <a:stCxn id="743" idx="5"/>
            <a:endCxn id="746" idx="7"/>
          </p:cNvCxnSpPr>
          <p:nvPr/>
        </p:nvCxnSpPr>
        <p:spPr>
          <a:xfrm rot="5400000">
            <a:off x="4391961" y="2117379"/>
            <a:ext cx="360000" cy="16440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" name="Google Shape;756;p43"/>
          <p:cNvCxnSpPr>
            <a:cxnSpLocks/>
            <a:stCxn id="748" idx="5"/>
            <a:endCxn id="751" idx="7"/>
          </p:cNvCxnSpPr>
          <p:nvPr/>
        </p:nvCxnSpPr>
        <p:spPr>
          <a:xfrm rot="5400000">
            <a:off x="4391961" y="2980479"/>
            <a:ext cx="360000" cy="16440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57" name="Google Shape;757;p43"/>
          <p:cNvGrpSpPr/>
          <p:nvPr/>
        </p:nvGrpSpPr>
        <p:grpSpPr>
          <a:xfrm>
            <a:off x="3331292" y="1507316"/>
            <a:ext cx="333683" cy="275313"/>
            <a:chOff x="4685988" y="2187438"/>
            <a:chExt cx="487555" cy="402269"/>
          </a:xfrm>
        </p:grpSpPr>
        <p:sp>
          <p:nvSpPr>
            <p:cNvPr id="758" name="Google Shape;758;p43"/>
            <p:cNvSpPr/>
            <p:nvPr/>
          </p:nvSpPr>
          <p:spPr>
            <a:xfrm>
              <a:off x="4685988" y="2532846"/>
              <a:ext cx="487555" cy="56862"/>
            </a:xfrm>
            <a:custGeom>
              <a:avLst/>
              <a:gdLst/>
              <a:ahLst/>
              <a:cxnLst/>
              <a:rect l="l" t="t" r="r" b="b"/>
              <a:pathLst>
                <a:path w="4596" h="536" extrusionOk="0">
                  <a:moveTo>
                    <a:pt x="1" y="1"/>
                  </a:moveTo>
                  <a:lnTo>
                    <a:pt x="4595" y="1"/>
                  </a:lnTo>
                  <a:lnTo>
                    <a:pt x="4595" y="536"/>
                  </a:lnTo>
                  <a:lnTo>
                    <a:pt x="1" y="5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>
              <a:off x="4714419" y="2216717"/>
              <a:ext cx="430695" cy="286854"/>
            </a:xfrm>
            <a:custGeom>
              <a:avLst/>
              <a:gdLst/>
              <a:ahLst/>
              <a:cxnLst/>
              <a:rect l="l" t="t" r="r" b="b"/>
              <a:pathLst>
                <a:path w="4060" h="2704" extrusionOk="0">
                  <a:moveTo>
                    <a:pt x="4059" y="2704"/>
                  </a:moveTo>
                  <a:lnTo>
                    <a:pt x="4059" y="1"/>
                  </a:lnTo>
                  <a:lnTo>
                    <a:pt x="3176" y="1"/>
                  </a:lnTo>
                  <a:cubicBezTo>
                    <a:pt x="3399" y="269"/>
                    <a:pt x="3524" y="616"/>
                    <a:pt x="3515" y="991"/>
                  </a:cubicBezTo>
                  <a:cubicBezTo>
                    <a:pt x="3497" y="1776"/>
                    <a:pt x="2864" y="2419"/>
                    <a:pt x="2070" y="2436"/>
                  </a:cubicBezTo>
                  <a:cubicBezTo>
                    <a:pt x="1231" y="2463"/>
                    <a:pt x="545" y="1785"/>
                    <a:pt x="545" y="947"/>
                  </a:cubicBezTo>
                  <a:cubicBezTo>
                    <a:pt x="545" y="590"/>
                    <a:pt x="669" y="260"/>
                    <a:pt x="884" y="1"/>
                  </a:cubicBezTo>
                  <a:lnTo>
                    <a:pt x="0" y="1"/>
                  </a:lnTo>
                  <a:lnTo>
                    <a:pt x="0" y="27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/>
            <p:cNvSpPr/>
            <p:nvPr/>
          </p:nvSpPr>
          <p:spPr>
            <a:xfrm>
              <a:off x="4871528" y="2246102"/>
              <a:ext cx="43600" cy="141093"/>
            </a:xfrm>
            <a:custGeom>
              <a:avLst/>
              <a:gdLst/>
              <a:ahLst/>
              <a:cxnLst/>
              <a:rect l="l" t="t" r="r" b="b"/>
              <a:pathLst>
                <a:path w="411" h="1330" extrusionOk="0">
                  <a:moveTo>
                    <a:pt x="411" y="0"/>
                  </a:moveTo>
                  <a:cubicBezTo>
                    <a:pt x="179" y="63"/>
                    <a:pt x="0" y="277"/>
                    <a:pt x="0" y="536"/>
                  </a:cubicBezTo>
                  <a:lnTo>
                    <a:pt x="0" y="803"/>
                  </a:lnTo>
                  <a:cubicBezTo>
                    <a:pt x="0" y="1062"/>
                    <a:pt x="179" y="1276"/>
                    <a:pt x="411" y="13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/>
            <p:cNvSpPr/>
            <p:nvPr/>
          </p:nvSpPr>
          <p:spPr>
            <a:xfrm>
              <a:off x="4944407" y="2246102"/>
              <a:ext cx="43600" cy="141093"/>
            </a:xfrm>
            <a:custGeom>
              <a:avLst/>
              <a:gdLst/>
              <a:ahLst/>
              <a:cxnLst/>
              <a:rect l="l" t="t" r="r" b="b"/>
              <a:pathLst>
                <a:path w="411" h="1330" extrusionOk="0">
                  <a:moveTo>
                    <a:pt x="0" y="0"/>
                  </a:moveTo>
                  <a:lnTo>
                    <a:pt x="0" y="1330"/>
                  </a:lnTo>
                  <a:cubicBezTo>
                    <a:pt x="232" y="1276"/>
                    <a:pt x="411" y="1062"/>
                    <a:pt x="411" y="803"/>
                  </a:cubicBezTo>
                  <a:lnTo>
                    <a:pt x="411" y="536"/>
                  </a:lnTo>
                  <a:cubicBezTo>
                    <a:pt x="411" y="277"/>
                    <a:pt x="232" y="6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/>
            <p:cNvSpPr/>
            <p:nvPr/>
          </p:nvSpPr>
          <p:spPr>
            <a:xfrm>
              <a:off x="4800558" y="2187438"/>
              <a:ext cx="258417" cy="259378"/>
            </a:xfrm>
            <a:custGeom>
              <a:avLst/>
              <a:gdLst/>
              <a:ahLst/>
              <a:cxnLst/>
              <a:rect l="l" t="t" r="r" b="b"/>
              <a:pathLst>
                <a:path w="2436" h="2445" extrusionOk="0">
                  <a:moveTo>
                    <a:pt x="2034" y="1089"/>
                  </a:moveTo>
                  <a:lnTo>
                    <a:pt x="2034" y="1347"/>
                  </a:lnTo>
                  <a:cubicBezTo>
                    <a:pt x="2034" y="1785"/>
                    <a:pt x="1686" y="2159"/>
                    <a:pt x="1249" y="2168"/>
                  </a:cubicBezTo>
                  <a:cubicBezTo>
                    <a:pt x="785" y="2186"/>
                    <a:pt x="402" y="1820"/>
                    <a:pt x="402" y="1356"/>
                  </a:cubicBezTo>
                  <a:lnTo>
                    <a:pt x="402" y="1098"/>
                  </a:lnTo>
                  <a:cubicBezTo>
                    <a:pt x="402" y="661"/>
                    <a:pt x="750" y="286"/>
                    <a:pt x="1187" y="268"/>
                  </a:cubicBezTo>
                  <a:cubicBezTo>
                    <a:pt x="1651" y="259"/>
                    <a:pt x="2034" y="625"/>
                    <a:pt x="2034" y="1089"/>
                  </a:cubicBezTo>
                  <a:close/>
                  <a:moveTo>
                    <a:pt x="0" y="1223"/>
                  </a:moveTo>
                  <a:cubicBezTo>
                    <a:pt x="0" y="1892"/>
                    <a:pt x="544" y="2445"/>
                    <a:pt x="1222" y="2445"/>
                  </a:cubicBezTo>
                  <a:cubicBezTo>
                    <a:pt x="1891" y="2445"/>
                    <a:pt x="2436" y="1892"/>
                    <a:pt x="2436" y="1223"/>
                  </a:cubicBezTo>
                  <a:cubicBezTo>
                    <a:pt x="2436" y="553"/>
                    <a:pt x="1891" y="0"/>
                    <a:pt x="1222" y="0"/>
                  </a:cubicBezTo>
                  <a:cubicBezTo>
                    <a:pt x="544" y="0"/>
                    <a:pt x="0" y="553"/>
                    <a:pt x="0" y="12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43"/>
          <p:cNvGrpSpPr/>
          <p:nvPr/>
        </p:nvGrpSpPr>
        <p:grpSpPr>
          <a:xfrm>
            <a:off x="5498459" y="1478130"/>
            <a:ext cx="294114" cy="333691"/>
            <a:chOff x="5428890" y="2144793"/>
            <a:chExt cx="429740" cy="487567"/>
          </a:xfrm>
        </p:grpSpPr>
        <p:sp>
          <p:nvSpPr>
            <p:cNvPr id="764" name="Google Shape;764;p43"/>
            <p:cNvSpPr/>
            <p:nvPr/>
          </p:nvSpPr>
          <p:spPr>
            <a:xfrm>
              <a:off x="5428890" y="2144793"/>
              <a:ext cx="429740" cy="487567"/>
            </a:xfrm>
            <a:custGeom>
              <a:avLst/>
              <a:gdLst/>
              <a:ahLst/>
              <a:cxnLst/>
              <a:rect l="l" t="t" r="r" b="b"/>
              <a:pathLst>
                <a:path w="4051" h="4596" extrusionOk="0">
                  <a:moveTo>
                    <a:pt x="1000" y="1687"/>
                  </a:moveTo>
                  <a:lnTo>
                    <a:pt x="1000" y="1419"/>
                  </a:lnTo>
                  <a:lnTo>
                    <a:pt x="1285" y="1419"/>
                  </a:lnTo>
                  <a:cubicBezTo>
                    <a:pt x="1303" y="1312"/>
                    <a:pt x="1348" y="1214"/>
                    <a:pt x="1410" y="1125"/>
                  </a:cubicBezTo>
                  <a:lnTo>
                    <a:pt x="1205" y="929"/>
                  </a:lnTo>
                  <a:lnTo>
                    <a:pt x="1401" y="732"/>
                  </a:lnTo>
                  <a:lnTo>
                    <a:pt x="1598" y="938"/>
                  </a:lnTo>
                  <a:cubicBezTo>
                    <a:pt x="1687" y="875"/>
                    <a:pt x="1785" y="831"/>
                    <a:pt x="1892" y="813"/>
                  </a:cubicBezTo>
                  <a:lnTo>
                    <a:pt x="1892" y="527"/>
                  </a:lnTo>
                  <a:lnTo>
                    <a:pt x="2160" y="527"/>
                  </a:lnTo>
                  <a:lnTo>
                    <a:pt x="2160" y="813"/>
                  </a:lnTo>
                  <a:cubicBezTo>
                    <a:pt x="2267" y="831"/>
                    <a:pt x="2365" y="875"/>
                    <a:pt x="2454" y="938"/>
                  </a:cubicBezTo>
                  <a:lnTo>
                    <a:pt x="2650" y="732"/>
                  </a:lnTo>
                  <a:lnTo>
                    <a:pt x="2847" y="929"/>
                  </a:lnTo>
                  <a:lnTo>
                    <a:pt x="2641" y="1125"/>
                  </a:lnTo>
                  <a:cubicBezTo>
                    <a:pt x="2704" y="1214"/>
                    <a:pt x="2748" y="1312"/>
                    <a:pt x="2766" y="1419"/>
                  </a:cubicBezTo>
                  <a:lnTo>
                    <a:pt x="3052" y="1419"/>
                  </a:lnTo>
                  <a:lnTo>
                    <a:pt x="3052" y="1687"/>
                  </a:lnTo>
                  <a:lnTo>
                    <a:pt x="2766" y="1687"/>
                  </a:lnTo>
                  <a:cubicBezTo>
                    <a:pt x="2748" y="1794"/>
                    <a:pt x="2704" y="1892"/>
                    <a:pt x="2641" y="1981"/>
                  </a:cubicBezTo>
                  <a:lnTo>
                    <a:pt x="2847" y="2178"/>
                  </a:lnTo>
                  <a:lnTo>
                    <a:pt x="2650" y="2365"/>
                  </a:lnTo>
                  <a:lnTo>
                    <a:pt x="2454" y="2169"/>
                  </a:lnTo>
                  <a:cubicBezTo>
                    <a:pt x="2365" y="2222"/>
                    <a:pt x="2267" y="2267"/>
                    <a:pt x="2160" y="2285"/>
                  </a:cubicBezTo>
                  <a:lnTo>
                    <a:pt x="2160" y="2570"/>
                  </a:lnTo>
                  <a:lnTo>
                    <a:pt x="1892" y="2570"/>
                  </a:lnTo>
                  <a:lnTo>
                    <a:pt x="1892" y="2285"/>
                  </a:lnTo>
                  <a:cubicBezTo>
                    <a:pt x="1785" y="2267"/>
                    <a:pt x="1687" y="2222"/>
                    <a:pt x="1598" y="2169"/>
                  </a:cubicBezTo>
                  <a:lnTo>
                    <a:pt x="1401" y="2365"/>
                  </a:lnTo>
                  <a:lnTo>
                    <a:pt x="1205" y="2178"/>
                  </a:lnTo>
                  <a:lnTo>
                    <a:pt x="1410" y="1981"/>
                  </a:lnTo>
                  <a:cubicBezTo>
                    <a:pt x="1348" y="1892"/>
                    <a:pt x="1303" y="1794"/>
                    <a:pt x="1285" y="1687"/>
                  </a:cubicBezTo>
                  <a:close/>
                  <a:moveTo>
                    <a:pt x="2980" y="3516"/>
                  </a:moveTo>
                  <a:lnTo>
                    <a:pt x="2980" y="3917"/>
                  </a:lnTo>
                  <a:lnTo>
                    <a:pt x="2561" y="3917"/>
                  </a:lnTo>
                  <a:lnTo>
                    <a:pt x="2561" y="3516"/>
                  </a:lnTo>
                  <a:lnTo>
                    <a:pt x="2160" y="3516"/>
                  </a:lnTo>
                  <a:lnTo>
                    <a:pt x="2160" y="3105"/>
                  </a:lnTo>
                  <a:cubicBezTo>
                    <a:pt x="2954" y="3043"/>
                    <a:pt x="3578" y="2374"/>
                    <a:pt x="3578" y="1571"/>
                  </a:cubicBezTo>
                  <a:cubicBezTo>
                    <a:pt x="3587" y="706"/>
                    <a:pt x="2891" y="1"/>
                    <a:pt x="2026" y="1"/>
                  </a:cubicBezTo>
                  <a:cubicBezTo>
                    <a:pt x="1169" y="1"/>
                    <a:pt x="474" y="697"/>
                    <a:pt x="474" y="1562"/>
                  </a:cubicBezTo>
                  <a:cubicBezTo>
                    <a:pt x="474" y="2374"/>
                    <a:pt x="1098" y="3043"/>
                    <a:pt x="1892" y="3105"/>
                  </a:cubicBezTo>
                  <a:lnTo>
                    <a:pt x="1892" y="3516"/>
                  </a:lnTo>
                  <a:lnTo>
                    <a:pt x="1491" y="3516"/>
                  </a:lnTo>
                  <a:lnTo>
                    <a:pt x="1491" y="3917"/>
                  </a:lnTo>
                  <a:lnTo>
                    <a:pt x="1071" y="3917"/>
                  </a:lnTo>
                  <a:lnTo>
                    <a:pt x="1071" y="3516"/>
                  </a:lnTo>
                  <a:lnTo>
                    <a:pt x="1" y="3516"/>
                  </a:lnTo>
                  <a:lnTo>
                    <a:pt x="1" y="4595"/>
                  </a:lnTo>
                  <a:lnTo>
                    <a:pt x="1071" y="4595"/>
                  </a:lnTo>
                  <a:lnTo>
                    <a:pt x="1071" y="4194"/>
                  </a:lnTo>
                  <a:lnTo>
                    <a:pt x="1491" y="4194"/>
                  </a:lnTo>
                  <a:lnTo>
                    <a:pt x="1491" y="4595"/>
                  </a:lnTo>
                  <a:lnTo>
                    <a:pt x="2561" y="4595"/>
                  </a:lnTo>
                  <a:lnTo>
                    <a:pt x="2561" y="4194"/>
                  </a:lnTo>
                  <a:lnTo>
                    <a:pt x="2980" y="4194"/>
                  </a:lnTo>
                  <a:lnTo>
                    <a:pt x="2980" y="4595"/>
                  </a:lnTo>
                  <a:lnTo>
                    <a:pt x="4051" y="4595"/>
                  </a:lnTo>
                  <a:lnTo>
                    <a:pt x="4051" y="35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/>
            <p:cNvSpPr/>
            <p:nvPr/>
          </p:nvSpPr>
          <p:spPr>
            <a:xfrm>
              <a:off x="5592682" y="2258408"/>
              <a:ext cx="102264" cy="102266"/>
            </a:xfrm>
            <a:custGeom>
              <a:avLst/>
              <a:gdLst/>
              <a:ahLst/>
              <a:cxnLst/>
              <a:rect l="l" t="t" r="r" b="b"/>
              <a:pathLst>
                <a:path w="964" h="964" extrusionOk="0">
                  <a:moveTo>
                    <a:pt x="482" y="0"/>
                  </a:moveTo>
                  <a:cubicBezTo>
                    <a:pt x="749" y="0"/>
                    <a:pt x="964" y="223"/>
                    <a:pt x="964" y="482"/>
                  </a:cubicBezTo>
                  <a:cubicBezTo>
                    <a:pt x="964" y="750"/>
                    <a:pt x="749" y="964"/>
                    <a:pt x="482" y="964"/>
                  </a:cubicBezTo>
                  <a:cubicBezTo>
                    <a:pt x="214" y="964"/>
                    <a:pt x="0" y="750"/>
                    <a:pt x="0" y="482"/>
                  </a:cubicBezTo>
                  <a:cubicBezTo>
                    <a:pt x="0" y="223"/>
                    <a:pt x="214" y="0"/>
                    <a:pt x="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43"/>
          <p:cNvGrpSpPr/>
          <p:nvPr/>
        </p:nvGrpSpPr>
        <p:grpSpPr>
          <a:xfrm>
            <a:off x="3346830" y="2340043"/>
            <a:ext cx="302537" cy="335575"/>
            <a:chOff x="4708690" y="2740133"/>
            <a:chExt cx="442048" cy="490319"/>
          </a:xfrm>
        </p:grpSpPr>
        <p:sp>
          <p:nvSpPr>
            <p:cNvPr id="767" name="Google Shape;767;p43"/>
            <p:cNvSpPr/>
            <p:nvPr/>
          </p:nvSpPr>
          <p:spPr>
            <a:xfrm>
              <a:off x="4944407" y="2832849"/>
              <a:ext cx="206330" cy="302024"/>
            </a:xfrm>
            <a:custGeom>
              <a:avLst/>
              <a:gdLst/>
              <a:ahLst/>
              <a:cxnLst/>
              <a:rect l="l" t="t" r="r" b="b"/>
              <a:pathLst>
                <a:path w="1945" h="2847" extrusionOk="0">
                  <a:moveTo>
                    <a:pt x="1651" y="1847"/>
                  </a:moveTo>
                  <a:cubicBezTo>
                    <a:pt x="1526" y="1776"/>
                    <a:pt x="1383" y="1758"/>
                    <a:pt x="1249" y="1794"/>
                  </a:cubicBezTo>
                  <a:cubicBezTo>
                    <a:pt x="1151" y="1820"/>
                    <a:pt x="1071" y="1865"/>
                    <a:pt x="999" y="1936"/>
                  </a:cubicBezTo>
                  <a:lnTo>
                    <a:pt x="660" y="1740"/>
                  </a:lnTo>
                  <a:cubicBezTo>
                    <a:pt x="669" y="1687"/>
                    <a:pt x="678" y="1624"/>
                    <a:pt x="678" y="1571"/>
                  </a:cubicBezTo>
                  <a:lnTo>
                    <a:pt x="678" y="1303"/>
                  </a:lnTo>
                  <a:cubicBezTo>
                    <a:pt x="678" y="1241"/>
                    <a:pt x="669" y="1187"/>
                    <a:pt x="660" y="1125"/>
                  </a:cubicBezTo>
                  <a:lnTo>
                    <a:pt x="999" y="928"/>
                  </a:lnTo>
                  <a:cubicBezTo>
                    <a:pt x="1071" y="1000"/>
                    <a:pt x="1151" y="1053"/>
                    <a:pt x="1249" y="1071"/>
                  </a:cubicBezTo>
                  <a:cubicBezTo>
                    <a:pt x="1294" y="1089"/>
                    <a:pt x="1338" y="1089"/>
                    <a:pt x="1383" y="1089"/>
                  </a:cubicBezTo>
                  <a:cubicBezTo>
                    <a:pt x="1490" y="1089"/>
                    <a:pt x="1588" y="1062"/>
                    <a:pt x="1677" y="1009"/>
                  </a:cubicBezTo>
                  <a:cubicBezTo>
                    <a:pt x="1784" y="937"/>
                    <a:pt x="1856" y="839"/>
                    <a:pt x="1900" y="723"/>
                  </a:cubicBezTo>
                  <a:cubicBezTo>
                    <a:pt x="1945" y="571"/>
                    <a:pt x="1927" y="420"/>
                    <a:pt x="1847" y="286"/>
                  </a:cubicBezTo>
                  <a:cubicBezTo>
                    <a:pt x="1775" y="161"/>
                    <a:pt x="1659" y="72"/>
                    <a:pt x="1526" y="36"/>
                  </a:cubicBezTo>
                  <a:cubicBezTo>
                    <a:pt x="1383" y="0"/>
                    <a:pt x="1240" y="18"/>
                    <a:pt x="1115" y="90"/>
                  </a:cubicBezTo>
                  <a:cubicBezTo>
                    <a:pt x="990" y="161"/>
                    <a:pt x="901" y="277"/>
                    <a:pt x="866" y="411"/>
                  </a:cubicBezTo>
                  <a:cubicBezTo>
                    <a:pt x="839" y="509"/>
                    <a:pt x="839" y="607"/>
                    <a:pt x="866" y="696"/>
                  </a:cubicBezTo>
                  <a:lnTo>
                    <a:pt x="562" y="875"/>
                  </a:lnTo>
                  <a:cubicBezTo>
                    <a:pt x="437" y="678"/>
                    <a:pt x="232" y="536"/>
                    <a:pt x="0" y="491"/>
                  </a:cubicBezTo>
                  <a:lnTo>
                    <a:pt x="0" y="2373"/>
                  </a:lnTo>
                  <a:cubicBezTo>
                    <a:pt x="232" y="2329"/>
                    <a:pt x="437" y="2186"/>
                    <a:pt x="562" y="1990"/>
                  </a:cubicBezTo>
                  <a:lnTo>
                    <a:pt x="866" y="2168"/>
                  </a:lnTo>
                  <a:cubicBezTo>
                    <a:pt x="839" y="2257"/>
                    <a:pt x="839" y="2356"/>
                    <a:pt x="866" y="2454"/>
                  </a:cubicBezTo>
                  <a:cubicBezTo>
                    <a:pt x="901" y="2588"/>
                    <a:pt x="990" y="2704"/>
                    <a:pt x="1115" y="2775"/>
                  </a:cubicBezTo>
                  <a:cubicBezTo>
                    <a:pt x="1196" y="2828"/>
                    <a:pt x="1294" y="2846"/>
                    <a:pt x="1383" y="2846"/>
                  </a:cubicBezTo>
                  <a:cubicBezTo>
                    <a:pt x="1428" y="2846"/>
                    <a:pt x="1481" y="2846"/>
                    <a:pt x="1526" y="2828"/>
                  </a:cubicBezTo>
                  <a:cubicBezTo>
                    <a:pt x="1659" y="2793"/>
                    <a:pt x="1775" y="2704"/>
                    <a:pt x="1847" y="2579"/>
                  </a:cubicBezTo>
                  <a:cubicBezTo>
                    <a:pt x="1918" y="2454"/>
                    <a:pt x="1945" y="2311"/>
                    <a:pt x="1900" y="2177"/>
                  </a:cubicBezTo>
                  <a:cubicBezTo>
                    <a:pt x="1865" y="2034"/>
                    <a:pt x="1775" y="1918"/>
                    <a:pt x="1651" y="18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4871528" y="3084585"/>
              <a:ext cx="115524" cy="145867"/>
            </a:xfrm>
            <a:custGeom>
              <a:avLst/>
              <a:gdLst/>
              <a:ahLst/>
              <a:cxnLst/>
              <a:rect l="l" t="t" r="r" b="b"/>
              <a:pathLst>
                <a:path w="1089" h="1375" extrusionOk="0">
                  <a:moveTo>
                    <a:pt x="411" y="0"/>
                  </a:moveTo>
                  <a:lnTo>
                    <a:pt x="411" y="295"/>
                  </a:lnTo>
                  <a:cubicBezTo>
                    <a:pt x="179" y="357"/>
                    <a:pt x="0" y="580"/>
                    <a:pt x="9" y="839"/>
                  </a:cubicBezTo>
                  <a:cubicBezTo>
                    <a:pt x="27" y="1116"/>
                    <a:pt x="250" y="1339"/>
                    <a:pt x="527" y="1356"/>
                  </a:cubicBezTo>
                  <a:cubicBezTo>
                    <a:pt x="830" y="1374"/>
                    <a:pt x="1089" y="1125"/>
                    <a:pt x="1089" y="821"/>
                  </a:cubicBezTo>
                  <a:cubicBezTo>
                    <a:pt x="1089" y="571"/>
                    <a:pt x="919" y="357"/>
                    <a:pt x="687" y="295"/>
                  </a:cubicBezTo>
                  <a:lnTo>
                    <a:pt x="687" y="0"/>
                  </a:lnTo>
                  <a:cubicBezTo>
                    <a:pt x="643" y="9"/>
                    <a:pt x="598" y="9"/>
                    <a:pt x="553" y="9"/>
                  </a:cubicBezTo>
                  <a:cubicBezTo>
                    <a:pt x="500" y="9"/>
                    <a:pt x="455" y="9"/>
                    <a:pt x="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4872483" y="2740133"/>
              <a:ext cx="115524" cy="144912"/>
            </a:xfrm>
            <a:custGeom>
              <a:avLst/>
              <a:gdLst/>
              <a:ahLst/>
              <a:cxnLst/>
              <a:rect l="l" t="t" r="r" b="b"/>
              <a:pathLst>
                <a:path w="1089" h="1366" extrusionOk="0">
                  <a:moveTo>
                    <a:pt x="678" y="1365"/>
                  </a:moveTo>
                  <a:lnTo>
                    <a:pt x="678" y="1071"/>
                  </a:lnTo>
                  <a:cubicBezTo>
                    <a:pt x="910" y="1008"/>
                    <a:pt x="1089" y="785"/>
                    <a:pt x="1080" y="527"/>
                  </a:cubicBezTo>
                  <a:cubicBezTo>
                    <a:pt x="1062" y="250"/>
                    <a:pt x="839" y="27"/>
                    <a:pt x="562" y="9"/>
                  </a:cubicBezTo>
                  <a:cubicBezTo>
                    <a:pt x="259" y="0"/>
                    <a:pt x="0" y="241"/>
                    <a:pt x="0" y="553"/>
                  </a:cubicBezTo>
                  <a:cubicBezTo>
                    <a:pt x="0" y="803"/>
                    <a:pt x="170" y="1008"/>
                    <a:pt x="402" y="1071"/>
                  </a:cubicBezTo>
                  <a:lnTo>
                    <a:pt x="402" y="1365"/>
                  </a:lnTo>
                  <a:cubicBezTo>
                    <a:pt x="446" y="1356"/>
                    <a:pt x="491" y="1356"/>
                    <a:pt x="544" y="1356"/>
                  </a:cubicBezTo>
                  <a:cubicBezTo>
                    <a:pt x="589" y="1356"/>
                    <a:pt x="634" y="1356"/>
                    <a:pt x="678" y="13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4708690" y="2832849"/>
              <a:ext cx="206437" cy="302024"/>
            </a:xfrm>
            <a:custGeom>
              <a:avLst/>
              <a:gdLst/>
              <a:ahLst/>
              <a:cxnLst/>
              <a:rect l="l" t="t" r="r" b="b"/>
              <a:pathLst>
                <a:path w="1946" h="2847" extrusionOk="0">
                  <a:moveTo>
                    <a:pt x="1384" y="875"/>
                  </a:moveTo>
                  <a:lnTo>
                    <a:pt x="1080" y="696"/>
                  </a:lnTo>
                  <a:cubicBezTo>
                    <a:pt x="1107" y="607"/>
                    <a:pt x="1107" y="509"/>
                    <a:pt x="1080" y="411"/>
                  </a:cubicBezTo>
                  <a:cubicBezTo>
                    <a:pt x="1045" y="277"/>
                    <a:pt x="955" y="161"/>
                    <a:pt x="830" y="90"/>
                  </a:cubicBezTo>
                  <a:cubicBezTo>
                    <a:pt x="706" y="18"/>
                    <a:pt x="563" y="0"/>
                    <a:pt x="420" y="36"/>
                  </a:cubicBezTo>
                  <a:cubicBezTo>
                    <a:pt x="286" y="72"/>
                    <a:pt x="170" y="161"/>
                    <a:pt x="99" y="286"/>
                  </a:cubicBezTo>
                  <a:cubicBezTo>
                    <a:pt x="19" y="420"/>
                    <a:pt x="1" y="571"/>
                    <a:pt x="54" y="723"/>
                  </a:cubicBezTo>
                  <a:cubicBezTo>
                    <a:pt x="90" y="839"/>
                    <a:pt x="161" y="937"/>
                    <a:pt x="268" y="1009"/>
                  </a:cubicBezTo>
                  <a:cubicBezTo>
                    <a:pt x="358" y="1062"/>
                    <a:pt x="456" y="1089"/>
                    <a:pt x="563" y="1089"/>
                  </a:cubicBezTo>
                  <a:cubicBezTo>
                    <a:pt x="607" y="1089"/>
                    <a:pt x="652" y="1089"/>
                    <a:pt x="706" y="1071"/>
                  </a:cubicBezTo>
                  <a:cubicBezTo>
                    <a:pt x="795" y="1053"/>
                    <a:pt x="875" y="1000"/>
                    <a:pt x="946" y="928"/>
                  </a:cubicBezTo>
                  <a:lnTo>
                    <a:pt x="1285" y="1125"/>
                  </a:lnTo>
                  <a:cubicBezTo>
                    <a:pt x="1277" y="1187"/>
                    <a:pt x="1268" y="1241"/>
                    <a:pt x="1268" y="1303"/>
                  </a:cubicBezTo>
                  <a:lnTo>
                    <a:pt x="1268" y="1571"/>
                  </a:lnTo>
                  <a:cubicBezTo>
                    <a:pt x="1268" y="1624"/>
                    <a:pt x="1277" y="1687"/>
                    <a:pt x="1285" y="1740"/>
                  </a:cubicBezTo>
                  <a:lnTo>
                    <a:pt x="946" y="1936"/>
                  </a:lnTo>
                  <a:cubicBezTo>
                    <a:pt x="875" y="1865"/>
                    <a:pt x="795" y="1820"/>
                    <a:pt x="706" y="1794"/>
                  </a:cubicBezTo>
                  <a:cubicBezTo>
                    <a:pt x="554" y="1749"/>
                    <a:pt x="402" y="1776"/>
                    <a:pt x="268" y="1865"/>
                  </a:cubicBezTo>
                  <a:cubicBezTo>
                    <a:pt x="161" y="1927"/>
                    <a:pt x="90" y="2026"/>
                    <a:pt x="45" y="2150"/>
                  </a:cubicBezTo>
                  <a:cubicBezTo>
                    <a:pt x="1" y="2293"/>
                    <a:pt x="19" y="2445"/>
                    <a:pt x="99" y="2579"/>
                  </a:cubicBezTo>
                  <a:cubicBezTo>
                    <a:pt x="170" y="2704"/>
                    <a:pt x="286" y="2793"/>
                    <a:pt x="420" y="2828"/>
                  </a:cubicBezTo>
                  <a:cubicBezTo>
                    <a:pt x="465" y="2846"/>
                    <a:pt x="518" y="2846"/>
                    <a:pt x="563" y="2846"/>
                  </a:cubicBezTo>
                  <a:cubicBezTo>
                    <a:pt x="652" y="2846"/>
                    <a:pt x="750" y="2828"/>
                    <a:pt x="830" y="2775"/>
                  </a:cubicBezTo>
                  <a:cubicBezTo>
                    <a:pt x="955" y="2704"/>
                    <a:pt x="1045" y="2588"/>
                    <a:pt x="1080" y="2454"/>
                  </a:cubicBezTo>
                  <a:cubicBezTo>
                    <a:pt x="1107" y="2356"/>
                    <a:pt x="1107" y="2257"/>
                    <a:pt x="1080" y="2168"/>
                  </a:cubicBezTo>
                  <a:lnTo>
                    <a:pt x="1384" y="1990"/>
                  </a:lnTo>
                  <a:cubicBezTo>
                    <a:pt x="1508" y="2186"/>
                    <a:pt x="1714" y="2329"/>
                    <a:pt x="1946" y="2373"/>
                  </a:cubicBezTo>
                  <a:lnTo>
                    <a:pt x="1946" y="491"/>
                  </a:lnTo>
                  <a:cubicBezTo>
                    <a:pt x="1714" y="536"/>
                    <a:pt x="1508" y="678"/>
                    <a:pt x="1384" y="8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43"/>
          <p:cNvGrpSpPr/>
          <p:nvPr/>
        </p:nvGrpSpPr>
        <p:grpSpPr>
          <a:xfrm>
            <a:off x="5479074" y="2340696"/>
            <a:ext cx="332957" cy="333618"/>
            <a:chOff x="5400565" y="2741087"/>
            <a:chExt cx="486494" cy="487461"/>
          </a:xfrm>
        </p:grpSpPr>
        <p:sp>
          <p:nvSpPr>
            <p:cNvPr id="772" name="Google Shape;772;p43"/>
            <p:cNvSpPr/>
            <p:nvPr/>
          </p:nvSpPr>
          <p:spPr>
            <a:xfrm>
              <a:off x="5629599" y="2989004"/>
              <a:ext cx="28430" cy="29386"/>
            </a:xfrm>
            <a:custGeom>
              <a:avLst/>
              <a:gdLst/>
              <a:ahLst/>
              <a:cxnLst/>
              <a:rect l="l" t="t" r="r" b="b"/>
              <a:pathLst>
                <a:path w="268" h="277" extrusionOk="0">
                  <a:moveTo>
                    <a:pt x="134" y="0"/>
                  </a:moveTo>
                  <a:cubicBezTo>
                    <a:pt x="205" y="0"/>
                    <a:pt x="268" y="63"/>
                    <a:pt x="268" y="143"/>
                  </a:cubicBezTo>
                  <a:cubicBezTo>
                    <a:pt x="268" y="215"/>
                    <a:pt x="205" y="277"/>
                    <a:pt x="134" y="277"/>
                  </a:cubicBezTo>
                  <a:cubicBezTo>
                    <a:pt x="62" y="277"/>
                    <a:pt x="0" y="215"/>
                    <a:pt x="0" y="143"/>
                  </a:cubicBezTo>
                  <a:cubicBezTo>
                    <a:pt x="0" y="63"/>
                    <a:pt x="62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/>
            <p:cNvSpPr/>
            <p:nvPr/>
          </p:nvSpPr>
          <p:spPr>
            <a:xfrm>
              <a:off x="5545369" y="2932249"/>
              <a:ext cx="196889" cy="143003"/>
            </a:xfrm>
            <a:custGeom>
              <a:avLst/>
              <a:gdLst/>
              <a:ahLst/>
              <a:cxnLst/>
              <a:rect l="l" t="t" r="r" b="b"/>
              <a:pathLst>
                <a:path w="1856" h="1348" extrusionOk="0">
                  <a:moveTo>
                    <a:pt x="928" y="1080"/>
                  </a:moveTo>
                  <a:cubicBezTo>
                    <a:pt x="705" y="1080"/>
                    <a:pt x="526" y="892"/>
                    <a:pt x="526" y="678"/>
                  </a:cubicBezTo>
                  <a:cubicBezTo>
                    <a:pt x="526" y="455"/>
                    <a:pt x="705" y="268"/>
                    <a:pt x="928" y="268"/>
                  </a:cubicBezTo>
                  <a:cubicBezTo>
                    <a:pt x="1151" y="268"/>
                    <a:pt x="1329" y="455"/>
                    <a:pt x="1329" y="678"/>
                  </a:cubicBezTo>
                  <a:cubicBezTo>
                    <a:pt x="1329" y="892"/>
                    <a:pt x="1151" y="1080"/>
                    <a:pt x="928" y="1080"/>
                  </a:cubicBezTo>
                  <a:close/>
                  <a:moveTo>
                    <a:pt x="928" y="0"/>
                  </a:moveTo>
                  <a:cubicBezTo>
                    <a:pt x="393" y="0"/>
                    <a:pt x="89" y="509"/>
                    <a:pt x="0" y="678"/>
                  </a:cubicBezTo>
                  <a:cubicBezTo>
                    <a:pt x="36" y="741"/>
                    <a:pt x="107" y="866"/>
                    <a:pt x="223" y="990"/>
                  </a:cubicBezTo>
                  <a:cubicBezTo>
                    <a:pt x="428" y="1231"/>
                    <a:pt x="660" y="1347"/>
                    <a:pt x="928" y="1347"/>
                  </a:cubicBezTo>
                  <a:cubicBezTo>
                    <a:pt x="1463" y="1347"/>
                    <a:pt x="1766" y="839"/>
                    <a:pt x="1856" y="678"/>
                  </a:cubicBezTo>
                  <a:cubicBezTo>
                    <a:pt x="1820" y="607"/>
                    <a:pt x="1749" y="482"/>
                    <a:pt x="1633" y="357"/>
                  </a:cubicBezTo>
                  <a:cubicBezTo>
                    <a:pt x="1427" y="116"/>
                    <a:pt x="1195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5485750" y="2836668"/>
              <a:ext cx="316126" cy="305737"/>
            </a:xfrm>
            <a:custGeom>
              <a:avLst/>
              <a:gdLst/>
              <a:ahLst/>
              <a:cxnLst/>
              <a:rect l="l" t="t" r="r" b="b"/>
              <a:pathLst>
                <a:path w="2980" h="2882" extrusionOk="0">
                  <a:moveTo>
                    <a:pt x="2694" y="1624"/>
                  </a:moveTo>
                  <a:cubicBezTo>
                    <a:pt x="2685" y="1633"/>
                    <a:pt x="2596" y="1856"/>
                    <a:pt x="2409" y="2070"/>
                  </a:cubicBezTo>
                  <a:cubicBezTo>
                    <a:pt x="2150" y="2364"/>
                    <a:pt x="1829" y="2516"/>
                    <a:pt x="1490" y="2516"/>
                  </a:cubicBezTo>
                  <a:cubicBezTo>
                    <a:pt x="1151" y="2516"/>
                    <a:pt x="830" y="2364"/>
                    <a:pt x="571" y="2070"/>
                  </a:cubicBezTo>
                  <a:cubicBezTo>
                    <a:pt x="384" y="1856"/>
                    <a:pt x="294" y="1633"/>
                    <a:pt x="285" y="1624"/>
                  </a:cubicBezTo>
                  <a:lnTo>
                    <a:pt x="268" y="1579"/>
                  </a:lnTo>
                  <a:lnTo>
                    <a:pt x="285" y="1526"/>
                  </a:lnTo>
                  <a:cubicBezTo>
                    <a:pt x="294" y="1517"/>
                    <a:pt x="384" y="1303"/>
                    <a:pt x="571" y="1080"/>
                  </a:cubicBezTo>
                  <a:cubicBezTo>
                    <a:pt x="830" y="785"/>
                    <a:pt x="1151" y="634"/>
                    <a:pt x="1490" y="634"/>
                  </a:cubicBezTo>
                  <a:cubicBezTo>
                    <a:pt x="1829" y="634"/>
                    <a:pt x="2150" y="785"/>
                    <a:pt x="2409" y="1080"/>
                  </a:cubicBezTo>
                  <a:cubicBezTo>
                    <a:pt x="2596" y="1303"/>
                    <a:pt x="2685" y="1517"/>
                    <a:pt x="2694" y="1526"/>
                  </a:cubicBezTo>
                  <a:lnTo>
                    <a:pt x="2712" y="1579"/>
                  </a:lnTo>
                  <a:close/>
                  <a:moveTo>
                    <a:pt x="2980" y="741"/>
                  </a:moveTo>
                  <a:lnTo>
                    <a:pt x="1490" y="0"/>
                  </a:lnTo>
                  <a:lnTo>
                    <a:pt x="0" y="741"/>
                  </a:lnTo>
                  <a:lnTo>
                    <a:pt x="0" y="2882"/>
                  </a:lnTo>
                  <a:lnTo>
                    <a:pt x="2980" y="288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/>
            <p:cNvSpPr/>
            <p:nvPr/>
          </p:nvSpPr>
          <p:spPr>
            <a:xfrm>
              <a:off x="5400565" y="2741087"/>
              <a:ext cx="486494" cy="487461"/>
            </a:xfrm>
            <a:custGeom>
              <a:avLst/>
              <a:gdLst/>
              <a:ahLst/>
              <a:cxnLst/>
              <a:rect l="l" t="t" r="r" b="b"/>
              <a:pathLst>
                <a:path w="4586" h="4595" extrusionOk="0">
                  <a:moveTo>
                    <a:pt x="2293" y="607"/>
                  </a:moveTo>
                  <a:lnTo>
                    <a:pt x="4050" y="1481"/>
                  </a:lnTo>
                  <a:lnTo>
                    <a:pt x="4050" y="4059"/>
                  </a:lnTo>
                  <a:lnTo>
                    <a:pt x="535" y="4059"/>
                  </a:lnTo>
                  <a:lnTo>
                    <a:pt x="535" y="1481"/>
                  </a:lnTo>
                  <a:close/>
                  <a:moveTo>
                    <a:pt x="2293" y="0"/>
                  </a:moveTo>
                  <a:lnTo>
                    <a:pt x="0" y="1142"/>
                  </a:lnTo>
                  <a:lnTo>
                    <a:pt x="0" y="4594"/>
                  </a:lnTo>
                  <a:lnTo>
                    <a:pt x="4586" y="4594"/>
                  </a:lnTo>
                  <a:lnTo>
                    <a:pt x="4586" y="11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43"/>
          <p:cNvGrpSpPr/>
          <p:nvPr/>
        </p:nvGrpSpPr>
        <p:grpSpPr>
          <a:xfrm>
            <a:off x="3352710" y="3204768"/>
            <a:ext cx="290847" cy="332311"/>
            <a:chOff x="4717283" y="3338230"/>
            <a:chExt cx="424966" cy="485551"/>
          </a:xfrm>
        </p:grpSpPr>
        <p:sp>
          <p:nvSpPr>
            <p:cNvPr id="777" name="Google Shape;777;p43"/>
            <p:cNvSpPr/>
            <p:nvPr/>
          </p:nvSpPr>
          <p:spPr>
            <a:xfrm>
              <a:off x="4816577" y="3437524"/>
              <a:ext cx="72030" cy="135471"/>
            </a:xfrm>
            <a:custGeom>
              <a:avLst/>
              <a:gdLst/>
              <a:ahLst/>
              <a:cxnLst/>
              <a:rect l="l" t="t" r="r" b="b"/>
              <a:pathLst>
                <a:path w="679" h="1277" extrusionOk="0">
                  <a:moveTo>
                    <a:pt x="679" y="750"/>
                  </a:moveTo>
                  <a:lnTo>
                    <a:pt x="679" y="1"/>
                  </a:lnTo>
                  <a:cubicBezTo>
                    <a:pt x="295" y="63"/>
                    <a:pt x="1" y="402"/>
                    <a:pt x="1" y="804"/>
                  </a:cubicBezTo>
                  <a:cubicBezTo>
                    <a:pt x="1" y="982"/>
                    <a:pt x="63" y="1143"/>
                    <a:pt x="152" y="12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/>
            <p:cNvSpPr/>
            <p:nvPr/>
          </p:nvSpPr>
          <p:spPr>
            <a:xfrm>
              <a:off x="4916932" y="3438479"/>
              <a:ext cx="71075" cy="70228"/>
            </a:xfrm>
            <a:custGeom>
              <a:avLst/>
              <a:gdLst/>
              <a:ahLst/>
              <a:cxnLst/>
              <a:rect l="l" t="t" r="r" b="b"/>
              <a:pathLst>
                <a:path w="670" h="662" extrusionOk="0">
                  <a:moveTo>
                    <a:pt x="0" y="661"/>
                  </a:moveTo>
                  <a:lnTo>
                    <a:pt x="670" y="661"/>
                  </a:lnTo>
                  <a:cubicBezTo>
                    <a:pt x="616" y="322"/>
                    <a:pt x="348" y="5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/>
            <p:cNvSpPr/>
            <p:nvPr/>
          </p:nvSpPr>
          <p:spPr>
            <a:xfrm>
              <a:off x="4852539" y="3536924"/>
              <a:ext cx="135467" cy="72032"/>
            </a:xfrm>
            <a:custGeom>
              <a:avLst/>
              <a:gdLst/>
              <a:ahLst/>
              <a:cxnLst/>
              <a:rect l="l" t="t" r="r" b="b"/>
              <a:pathLst>
                <a:path w="1277" h="679" extrusionOk="0">
                  <a:moveTo>
                    <a:pt x="527" y="1"/>
                  </a:moveTo>
                  <a:lnTo>
                    <a:pt x="1" y="527"/>
                  </a:lnTo>
                  <a:cubicBezTo>
                    <a:pt x="135" y="625"/>
                    <a:pt x="295" y="679"/>
                    <a:pt x="474" y="679"/>
                  </a:cubicBezTo>
                  <a:cubicBezTo>
                    <a:pt x="875" y="679"/>
                    <a:pt x="1205" y="384"/>
                    <a:pt x="1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/>
            <p:cNvSpPr/>
            <p:nvPr/>
          </p:nvSpPr>
          <p:spPr>
            <a:xfrm>
              <a:off x="4717283" y="3338230"/>
              <a:ext cx="424966" cy="485551"/>
            </a:xfrm>
            <a:custGeom>
              <a:avLst/>
              <a:gdLst/>
              <a:ahLst/>
              <a:cxnLst/>
              <a:rect l="l" t="t" r="r" b="b"/>
              <a:pathLst>
                <a:path w="4006" h="4577" extrusionOk="0">
                  <a:moveTo>
                    <a:pt x="1749" y="2819"/>
                  </a:moveTo>
                  <a:cubicBezTo>
                    <a:pt x="1151" y="2819"/>
                    <a:pt x="669" y="2338"/>
                    <a:pt x="669" y="1740"/>
                  </a:cubicBezTo>
                  <a:cubicBezTo>
                    <a:pt x="669" y="1142"/>
                    <a:pt x="1151" y="660"/>
                    <a:pt x="1749" y="660"/>
                  </a:cubicBezTo>
                  <a:cubicBezTo>
                    <a:pt x="2346" y="660"/>
                    <a:pt x="2828" y="1142"/>
                    <a:pt x="2828" y="1740"/>
                  </a:cubicBezTo>
                  <a:cubicBezTo>
                    <a:pt x="2828" y="2338"/>
                    <a:pt x="2346" y="2819"/>
                    <a:pt x="1749" y="2819"/>
                  </a:cubicBezTo>
                  <a:close/>
                  <a:moveTo>
                    <a:pt x="3497" y="1722"/>
                  </a:moveTo>
                  <a:cubicBezTo>
                    <a:pt x="3488" y="776"/>
                    <a:pt x="2712" y="0"/>
                    <a:pt x="1749" y="0"/>
                  </a:cubicBezTo>
                  <a:cubicBezTo>
                    <a:pt x="785" y="0"/>
                    <a:pt x="0" y="785"/>
                    <a:pt x="0" y="1749"/>
                  </a:cubicBezTo>
                  <a:cubicBezTo>
                    <a:pt x="0" y="2222"/>
                    <a:pt x="196" y="2677"/>
                    <a:pt x="544" y="3007"/>
                  </a:cubicBezTo>
                  <a:lnTo>
                    <a:pt x="544" y="4577"/>
                  </a:lnTo>
                  <a:lnTo>
                    <a:pt x="2694" y="4577"/>
                  </a:lnTo>
                  <a:lnTo>
                    <a:pt x="2694" y="3774"/>
                  </a:lnTo>
                  <a:lnTo>
                    <a:pt x="3497" y="3774"/>
                  </a:lnTo>
                  <a:lnTo>
                    <a:pt x="3497" y="3114"/>
                  </a:lnTo>
                  <a:lnTo>
                    <a:pt x="4006" y="311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1" name="Google Shape;781;p43"/>
          <p:cNvGrpSpPr/>
          <p:nvPr/>
        </p:nvGrpSpPr>
        <p:grpSpPr>
          <a:xfrm>
            <a:off x="5479074" y="3204115"/>
            <a:ext cx="332959" cy="333615"/>
            <a:chOff x="5400565" y="3337276"/>
            <a:chExt cx="486497" cy="487456"/>
          </a:xfrm>
        </p:grpSpPr>
        <p:sp>
          <p:nvSpPr>
            <p:cNvPr id="782" name="Google Shape;782;p43"/>
            <p:cNvSpPr/>
            <p:nvPr/>
          </p:nvSpPr>
          <p:spPr>
            <a:xfrm>
              <a:off x="5524471" y="3429038"/>
              <a:ext cx="238580" cy="303934"/>
            </a:xfrm>
            <a:custGeom>
              <a:avLst/>
              <a:gdLst/>
              <a:ahLst/>
              <a:cxnLst/>
              <a:rect l="l" t="t" r="r" b="b"/>
              <a:pathLst>
                <a:path w="2249" h="2865" extrusionOk="0">
                  <a:moveTo>
                    <a:pt x="1259" y="1972"/>
                  </a:moveTo>
                  <a:lnTo>
                    <a:pt x="991" y="1972"/>
                  </a:lnTo>
                  <a:lnTo>
                    <a:pt x="991" y="1705"/>
                  </a:lnTo>
                  <a:lnTo>
                    <a:pt x="723" y="1705"/>
                  </a:lnTo>
                  <a:lnTo>
                    <a:pt x="723" y="1972"/>
                  </a:lnTo>
                  <a:lnTo>
                    <a:pt x="456" y="1972"/>
                  </a:lnTo>
                  <a:lnTo>
                    <a:pt x="456" y="893"/>
                  </a:lnTo>
                  <a:lnTo>
                    <a:pt x="1259" y="893"/>
                  </a:lnTo>
                  <a:close/>
                  <a:moveTo>
                    <a:pt x="1526" y="893"/>
                  </a:moveTo>
                  <a:lnTo>
                    <a:pt x="1794" y="893"/>
                  </a:lnTo>
                  <a:lnTo>
                    <a:pt x="1794" y="1972"/>
                  </a:lnTo>
                  <a:lnTo>
                    <a:pt x="1526" y="1972"/>
                  </a:lnTo>
                  <a:close/>
                  <a:moveTo>
                    <a:pt x="1" y="652"/>
                  </a:moveTo>
                  <a:lnTo>
                    <a:pt x="1" y="2213"/>
                  </a:lnTo>
                  <a:lnTo>
                    <a:pt x="1125" y="2864"/>
                  </a:lnTo>
                  <a:lnTo>
                    <a:pt x="2249" y="2213"/>
                  </a:lnTo>
                  <a:lnTo>
                    <a:pt x="2249" y="652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/>
            <p:cNvSpPr/>
            <p:nvPr/>
          </p:nvSpPr>
          <p:spPr>
            <a:xfrm>
              <a:off x="5601169" y="3553049"/>
              <a:ext cx="28430" cy="28431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0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/>
            <p:cNvSpPr/>
            <p:nvPr/>
          </p:nvSpPr>
          <p:spPr>
            <a:xfrm>
              <a:off x="5791376" y="3537879"/>
              <a:ext cx="95686" cy="29492"/>
            </a:xfrm>
            <a:custGeom>
              <a:avLst/>
              <a:gdLst/>
              <a:ahLst/>
              <a:cxnLst/>
              <a:rect l="l" t="t" r="r" b="b"/>
              <a:pathLst>
                <a:path w="902" h="278" extrusionOk="0">
                  <a:moveTo>
                    <a:pt x="1" y="1"/>
                  </a:moveTo>
                  <a:lnTo>
                    <a:pt x="902" y="1"/>
                  </a:lnTo>
                  <a:lnTo>
                    <a:pt x="902" y="277"/>
                  </a:lnTo>
                  <a:lnTo>
                    <a:pt x="1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/>
            <p:cNvSpPr/>
            <p:nvPr/>
          </p:nvSpPr>
          <p:spPr>
            <a:xfrm>
              <a:off x="5601169" y="3337276"/>
              <a:ext cx="28430" cy="84338"/>
            </a:xfrm>
            <a:custGeom>
              <a:avLst/>
              <a:gdLst/>
              <a:ahLst/>
              <a:cxnLst/>
              <a:rect l="l" t="t" r="r" b="b"/>
              <a:pathLst>
                <a:path w="268" h="795" extrusionOk="0">
                  <a:moveTo>
                    <a:pt x="0" y="794"/>
                  </a:moveTo>
                  <a:lnTo>
                    <a:pt x="268" y="634"/>
                  </a:lnTo>
                  <a:lnTo>
                    <a:pt x="2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/>
            <p:cNvSpPr/>
            <p:nvPr/>
          </p:nvSpPr>
          <p:spPr>
            <a:xfrm>
              <a:off x="5791376" y="3595588"/>
              <a:ext cx="95686" cy="28537"/>
            </a:xfrm>
            <a:custGeom>
              <a:avLst/>
              <a:gdLst/>
              <a:ahLst/>
              <a:cxnLst/>
              <a:rect l="l" t="t" r="r" b="b"/>
              <a:pathLst>
                <a:path w="902" h="269" extrusionOk="0">
                  <a:moveTo>
                    <a:pt x="1" y="1"/>
                  </a:moveTo>
                  <a:lnTo>
                    <a:pt x="902" y="1"/>
                  </a:lnTo>
                  <a:lnTo>
                    <a:pt x="902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/>
            <p:cNvSpPr/>
            <p:nvPr/>
          </p:nvSpPr>
          <p:spPr>
            <a:xfrm>
              <a:off x="5400565" y="3595588"/>
              <a:ext cx="95686" cy="28537"/>
            </a:xfrm>
            <a:custGeom>
              <a:avLst/>
              <a:gdLst/>
              <a:ahLst/>
              <a:cxnLst/>
              <a:rect l="l" t="t" r="r" b="b"/>
              <a:pathLst>
                <a:path w="902" h="269" extrusionOk="0">
                  <a:moveTo>
                    <a:pt x="0" y="1"/>
                  </a:moveTo>
                  <a:lnTo>
                    <a:pt x="901" y="1"/>
                  </a:lnTo>
                  <a:lnTo>
                    <a:pt x="901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/>
            <p:cNvSpPr/>
            <p:nvPr/>
          </p:nvSpPr>
          <p:spPr>
            <a:xfrm>
              <a:off x="5400565" y="3537879"/>
              <a:ext cx="95686" cy="29492"/>
            </a:xfrm>
            <a:custGeom>
              <a:avLst/>
              <a:gdLst/>
              <a:ahLst/>
              <a:cxnLst/>
              <a:rect l="l" t="t" r="r" b="b"/>
              <a:pathLst>
                <a:path w="902" h="278" extrusionOk="0">
                  <a:moveTo>
                    <a:pt x="0" y="1"/>
                  </a:moveTo>
                  <a:lnTo>
                    <a:pt x="901" y="1"/>
                  </a:lnTo>
                  <a:lnTo>
                    <a:pt x="901" y="277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/>
            <p:cNvSpPr/>
            <p:nvPr/>
          </p:nvSpPr>
          <p:spPr>
            <a:xfrm>
              <a:off x="5400565" y="3652449"/>
              <a:ext cx="172278" cy="172282"/>
            </a:xfrm>
            <a:custGeom>
              <a:avLst/>
              <a:gdLst/>
              <a:ahLst/>
              <a:cxnLst/>
              <a:rect l="l" t="t" r="r" b="b"/>
              <a:pathLst>
                <a:path w="1624" h="1624" extrusionOk="0">
                  <a:moveTo>
                    <a:pt x="1624" y="678"/>
                  </a:moveTo>
                  <a:lnTo>
                    <a:pt x="901" y="268"/>
                  </a:lnTo>
                  <a:lnTo>
                    <a:pt x="901" y="0"/>
                  </a:lnTo>
                  <a:lnTo>
                    <a:pt x="0" y="0"/>
                  </a:lnTo>
                  <a:lnTo>
                    <a:pt x="0" y="1624"/>
                  </a:lnTo>
                  <a:lnTo>
                    <a:pt x="1624" y="162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/>
            <p:cNvSpPr/>
            <p:nvPr/>
          </p:nvSpPr>
          <p:spPr>
            <a:xfrm>
              <a:off x="5714678" y="3337276"/>
              <a:ext cx="172384" cy="172282"/>
            </a:xfrm>
            <a:custGeom>
              <a:avLst/>
              <a:gdLst/>
              <a:ahLst/>
              <a:cxnLst/>
              <a:rect l="l" t="t" r="r" b="b"/>
              <a:pathLst>
                <a:path w="1625" h="1624" extrusionOk="0">
                  <a:moveTo>
                    <a:pt x="1" y="946"/>
                  </a:moveTo>
                  <a:lnTo>
                    <a:pt x="724" y="1365"/>
                  </a:lnTo>
                  <a:lnTo>
                    <a:pt x="724" y="1624"/>
                  </a:lnTo>
                  <a:lnTo>
                    <a:pt x="1625" y="1624"/>
                  </a:lnTo>
                  <a:lnTo>
                    <a:pt x="162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/>
            <p:cNvSpPr/>
            <p:nvPr/>
          </p:nvSpPr>
          <p:spPr>
            <a:xfrm>
              <a:off x="5601169" y="3740392"/>
              <a:ext cx="28430" cy="84338"/>
            </a:xfrm>
            <a:custGeom>
              <a:avLst/>
              <a:gdLst/>
              <a:ahLst/>
              <a:cxnLst/>
              <a:rect l="l" t="t" r="r" b="b"/>
              <a:pathLst>
                <a:path w="268" h="795" extrusionOk="0">
                  <a:moveTo>
                    <a:pt x="268" y="161"/>
                  </a:moveTo>
                  <a:lnTo>
                    <a:pt x="0" y="1"/>
                  </a:lnTo>
                  <a:lnTo>
                    <a:pt x="0" y="795"/>
                  </a:lnTo>
                  <a:lnTo>
                    <a:pt x="268" y="79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/>
            <p:cNvSpPr/>
            <p:nvPr/>
          </p:nvSpPr>
          <p:spPr>
            <a:xfrm>
              <a:off x="5714678" y="3652449"/>
              <a:ext cx="172384" cy="172282"/>
            </a:xfrm>
            <a:custGeom>
              <a:avLst/>
              <a:gdLst/>
              <a:ahLst/>
              <a:cxnLst/>
              <a:rect l="l" t="t" r="r" b="b"/>
              <a:pathLst>
                <a:path w="1625" h="1624" extrusionOk="0">
                  <a:moveTo>
                    <a:pt x="724" y="0"/>
                  </a:moveTo>
                  <a:lnTo>
                    <a:pt x="724" y="268"/>
                  </a:lnTo>
                  <a:lnTo>
                    <a:pt x="1" y="678"/>
                  </a:lnTo>
                  <a:lnTo>
                    <a:pt x="1" y="1624"/>
                  </a:lnTo>
                  <a:lnTo>
                    <a:pt x="1625" y="1624"/>
                  </a:lnTo>
                  <a:lnTo>
                    <a:pt x="1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/>
            <p:cNvSpPr/>
            <p:nvPr/>
          </p:nvSpPr>
          <p:spPr>
            <a:xfrm>
              <a:off x="5657923" y="3740392"/>
              <a:ext cx="28536" cy="84338"/>
            </a:xfrm>
            <a:custGeom>
              <a:avLst/>
              <a:gdLst/>
              <a:ahLst/>
              <a:cxnLst/>
              <a:rect l="l" t="t" r="r" b="b"/>
              <a:pathLst>
                <a:path w="269" h="795" extrusionOk="0">
                  <a:moveTo>
                    <a:pt x="268" y="1"/>
                  </a:moveTo>
                  <a:lnTo>
                    <a:pt x="1" y="161"/>
                  </a:lnTo>
                  <a:lnTo>
                    <a:pt x="1" y="795"/>
                  </a:lnTo>
                  <a:lnTo>
                    <a:pt x="268" y="79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/>
            <p:cNvSpPr/>
            <p:nvPr/>
          </p:nvSpPr>
          <p:spPr>
            <a:xfrm>
              <a:off x="5400565" y="3337276"/>
              <a:ext cx="172278" cy="172282"/>
            </a:xfrm>
            <a:custGeom>
              <a:avLst/>
              <a:gdLst/>
              <a:ahLst/>
              <a:cxnLst/>
              <a:rect l="l" t="t" r="r" b="b"/>
              <a:pathLst>
                <a:path w="1624" h="1624" extrusionOk="0">
                  <a:moveTo>
                    <a:pt x="901" y="1624"/>
                  </a:moveTo>
                  <a:lnTo>
                    <a:pt x="901" y="1365"/>
                  </a:lnTo>
                  <a:lnTo>
                    <a:pt x="1624" y="946"/>
                  </a:lnTo>
                  <a:lnTo>
                    <a:pt x="1624" y="0"/>
                  </a:lnTo>
                  <a:lnTo>
                    <a:pt x="0" y="0"/>
                  </a:lnTo>
                  <a:lnTo>
                    <a:pt x="0" y="162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/>
            <p:cNvSpPr/>
            <p:nvPr/>
          </p:nvSpPr>
          <p:spPr>
            <a:xfrm>
              <a:off x="5657923" y="3337276"/>
              <a:ext cx="28536" cy="84338"/>
            </a:xfrm>
            <a:custGeom>
              <a:avLst/>
              <a:gdLst/>
              <a:ahLst/>
              <a:cxnLst/>
              <a:rect l="l" t="t" r="r" b="b"/>
              <a:pathLst>
                <a:path w="269" h="795" extrusionOk="0">
                  <a:moveTo>
                    <a:pt x="1" y="634"/>
                  </a:moveTo>
                  <a:lnTo>
                    <a:pt x="268" y="794"/>
                  </a:lnTo>
                  <a:lnTo>
                    <a:pt x="26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43"/>
          <p:cNvGrpSpPr/>
          <p:nvPr/>
        </p:nvGrpSpPr>
        <p:grpSpPr>
          <a:xfrm>
            <a:off x="3331292" y="4084969"/>
            <a:ext cx="333685" cy="299274"/>
            <a:chOff x="4685988" y="3959030"/>
            <a:chExt cx="487558" cy="437280"/>
          </a:xfrm>
        </p:grpSpPr>
        <p:sp>
          <p:nvSpPr>
            <p:cNvPr id="797" name="Google Shape;797;p43"/>
            <p:cNvSpPr/>
            <p:nvPr/>
          </p:nvSpPr>
          <p:spPr>
            <a:xfrm>
              <a:off x="4685988" y="4232513"/>
              <a:ext cx="100460" cy="163795"/>
            </a:xfrm>
            <a:custGeom>
              <a:avLst/>
              <a:gdLst/>
              <a:ahLst/>
              <a:cxnLst/>
              <a:rect l="l" t="t" r="r" b="b"/>
              <a:pathLst>
                <a:path w="947" h="1544" extrusionOk="0">
                  <a:moveTo>
                    <a:pt x="322" y="331"/>
                  </a:moveTo>
                  <a:lnTo>
                    <a:pt x="634" y="331"/>
                  </a:lnTo>
                  <a:lnTo>
                    <a:pt x="634" y="598"/>
                  </a:lnTo>
                  <a:lnTo>
                    <a:pt x="322" y="598"/>
                  </a:lnTo>
                  <a:close/>
                  <a:moveTo>
                    <a:pt x="634" y="1205"/>
                  </a:moveTo>
                  <a:lnTo>
                    <a:pt x="322" y="1205"/>
                  </a:lnTo>
                  <a:lnTo>
                    <a:pt x="322" y="928"/>
                  </a:lnTo>
                  <a:lnTo>
                    <a:pt x="634" y="928"/>
                  </a:lnTo>
                  <a:close/>
                  <a:moveTo>
                    <a:pt x="946" y="1"/>
                  </a:moveTo>
                  <a:lnTo>
                    <a:pt x="1" y="1"/>
                  </a:lnTo>
                  <a:lnTo>
                    <a:pt x="1" y="1544"/>
                  </a:lnTo>
                  <a:lnTo>
                    <a:pt x="946" y="15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/>
            <p:cNvSpPr/>
            <p:nvPr/>
          </p:nvSpPr>
          <p:spPr>
            <a:xfrm>
              <a:off x="4904626" y="4223071"/>
              <a:ext cx="51238" cy="52194"/>
            </a:xfrm>
            <a:custGeom>
              <a:avLst/>
              <a:gdLst/>
              <a:ahLst/>
              <a:cxnLst/>
              <a:rect l="l" t="t" r="r" b="b"/>
              <a:pathLst>
                <a:path w="483" h="492" extrusionOk="0">
                  <a:moveTo>
                    <a:pt x="241" y="0"/>
                  </a:moveTo>
                  <a:cubicBezTo>
                    <a:pt x="375" y="0"/>
                    <a:pt x="482" y="107"/>
                    <a:pt x="482" y="250"/>
                  </a:cubicBezTo>
                  <a:cubicBezTo>
                    <a:pt x="482" y="384"/>
                    <a:pt x="375" y="491"/>
                    <a:pt x="241" y="491"/>
                  </a:cubicBezTo>
                  <a:cubicBezTo>
                    <a:pt x="108" y="491"/>
                    <a:pt x="0" y="384"/>
                    <a:pt x="0" y="250"/>
                  </a:cubicBezTo>
                  <a:cubicBezTo>
                    <a:pt x="0" y="107"/>
                    <a:pt x="108" y="0"/>
                    <a:pt x="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/>
            <p:cNvSpPr/>
            <p:nvPr/>
          </p:nvSpPr>
          <p:spPr>
            <a:xfrm>
              <a:off x="4964245" y="4101924"/>
              <a:ext cx="209301" cy="101417"/>
            </a:xfrm>
            <a:custGeom>
              <a:avLst/>
              <a:gdLst/>
              <a:ahLst/>
              <a:cxnLst/>
              <a:rect l="l" t="t" r="r" b="b"/>
              <a:pathLst>
                <a:path w="1973" h="956" extrusionOk="0">
                  <a:moveTo>
                    <a:pt x="955" y="955"/>
                  </a:moveTo>
                  <a:lnTo>
                    <a:pt x="1972" y="955"/>
                  </a:lnTo>
                  <a:lnTo>
                    <a:pt x="197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/>
            <p:cNvSpPr/>
            <p:nvPr/>
          </p:nvSpPr>
          <p:spPr>
            <a:xfrm>
              <a:off x="4685988" y="4101924"/>
              <a:ext cx="209301" cy="101417"/>
            </a:xfrm>
            <a:custGeom>
              <a:avLst/>
              <a:gdLst/>
              <a:ahLst/>
              <a:cxnLst/>
              <a:rect l="l" t="t" r="r" b="b"/>
              <a:pathLst>
                <a:path w="1973" h="956" extrusionOk="0">
                  <a:moveTo>
                    <a:pt x="1018" y="955"/>
                  </a:moveTo>
                  <a:lnTo>
                    <a:pt x="1972" y="1"/>
                  </a:lnTo>
                  <a:lnTo>
                    <a:pt x="1" y="1"/>
                  </a:lnTo>
                  <a:lnTo>
                    <a:pt x="1" y="9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/>
            <p:cNvSpPr/>
            <p:nvPr/>
          </p:nvSpPr>
          <p:spPr>
            <a:xfrm>
              <a:off x="5073086" y="4232513"/>
              <a:ext cx="100460" cy="163795"/>
            </a:xfrm>
            <a:custGeom>
              <a:avLst/>
              <a:gdLst/>
              <a:ahLst/>
              <a:cxnLst/>
              <a:rect l="l" t="t" r="r" b="b"/>
              <a:pathLst>
                <a:path w="947" h="1544" extrusionOk="0">
                  <a:moveTo>
                    <a:pt x="634" y="598"/>
                  </a:moveTo>
                  <a:lnTo>
                    <a:pt x="331" y="598"/>
                  </a:lnTo>
                  <a:lnTo>
                    <a:pt x="331" y="331"/>
                  </a:lnTo>
                  <a:lnTo>
                    <a:pt x="634" y="331"/>
                  </a:lnTo>
                  <a:close/>
                  <a:moveTo>
                    <a:pt x="634" y="1205"/>
                  </a:moveTo>
                  <a:lnTo>
                    <a:pt x="331" y="1205"/>
                  </a:lnTo>
                  <a:lnTo>
                    <a:pt x="331" y="928"/>
                  </a:lnTo>
                  <a:lnTo>
                    <a:pt x="634" y="928"/>
                  </a:lnTo>
                  <a:close/>
                  <a:moveTo>
                    <a:pt x="946" y="1"/>
                  </a:moveTo>
                  <a:lnTo>
                    <a:pt x="0" y="1"/>
                  </a:lnTo>
                  <a:lnTo>
                    <a:pt x="0" y="1544"/>
                  </a:lnTo>
                  <a:lnTo>
                    <a:pt x="946" y="15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/>
            <p:cNvSpPr/>
            <p:nvPr/>
          </p:nvSpPr>
          <p:spPr>
            <a:xfrm>
              <a:off x="4814667" y="4108501"/>
              <a:ext cx="230093" cy="287809"/>
            </a:xfrm>
            <a:custGeom>
              <a:avLst/>
              <a:gdLst/>
              <a:ahLst/>
              <a:cxnLst/>
              <a:rect l="l" t="t" r="r" b="b"/>
              <a:pathLst>
                <a:path w="2169" h="2713" extrusionOk="0">
                  <a:moveTo>
                    <a:pt x="1089" y="1839"/>
                  </a:moveTo>
                  <a:cubicBezTo>
                    <a:pt x="804" y="1839"/>
                    <a:pt x="572" y="1607"/>
                    <a:pt x="572" y="1330"/>
                  </a:cubicBezTo>
                  <a:cubicBezTo>
                    <a:pt x="572" y="1045"/>
                    <a:pt x="804" y="813"/>
                    <a:pt x="1089" y="813"/>
                  </a:cubicBezTo>
                  <a:cubicBezTo>
                    <a:pt x="1375" y="813"/>
                    <a:pt x="1598" y="1045"/>
                    <a:pt x="1598" y="1330"/>
                  </a:cubicBezTo>
                  <a:cubicBezTo>
                    <a:pt x="1598" y="1607"/>
                    <a:pt x="1375" y="1839"/>
                    <a:pt x="1089" y="1839"/>
                  </a:cubicBezTo>
                  <a:close/>
                  <a:moveTo>
                    <a:pt x="2169" y="1089"/>
                  </a:moveTo>
                  <a:lnTo>
                    <a:pt x="1089" y="1"/>
                  </a:lnTo>
                  <a:lnTo>
                    <a:pt x="1" y="1089"/>
                  </a:lnTo>
                  <a:lnTo>
                    <a:pt x="1" y="2713"/>
                  </a:lnTo>
                  <a:lnTo>
                    <a:pt x="2169" y="27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/>
            <p:cNvSpPr/>
            <p:nvPr/>
          </p:nvSpPr>
          <p:spPr>
            <a:xfrm>
              <a:off x="4828882" y="3959030"/>
              <a:ext cx="202618" cy="61635"/>
            </a:xfrm>
            <a:custGeom>
              <a:avLst/>
              <a:gdLst/>
              <a:ahLst/>
              <a:cxnLst/>
              <a:rect l="l" t="t" r="r" b="b"/>
              <a:pathLst>
                <a:path w="1910" h="581" extrusionOk="0">
                  <a:moveTo>
                    <a:pt x="955" y="268"/>
                  </a:moveTo>
                  <a:cubicBezTo>
                    <a:pt x="1241" y="268"/>
                    <a:pt x="1508" y="375"/>
                    <a:pt x="1714" y="580"/>
                  </a:cubicBezTo>
                  <a:lnTo>
                    <a:pt x="1910" y="393"/>
                  </a:lnTo>
                  <a:cubicBezTo>
                    <a:pt x="1651" y="134"/>
                    <a:pt x="1312" y="0"/>
                    <a:pt x="955" y="0"/>
                  </a:cubicBezTo>
                  <a:cubicBezTo>
                    <a:pt x="599" y="0"/>
                    <a:pt x="260" y="134"/>
                    <a:pt x="1" y="393"/>
                  </a:cubicBezTo>
                  <a:lnTo>
                    <a:pt x="197" y="580"/>
                  </a:lnTo>
                  <a:cubicBezTo>
                    <a:pt x="393" y="375"/>
                    <a:pt x="670" y="268"/>
                    <a:pt x="955" y="2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/>
            <p:cNvSpPr/>
            <p:nvPr/>
          </p:nvSpPr>
          <p:spPr>
            <a:xfrm>
              <a:off x="4869618" y="4015785"/>
              <a:ext cx="121252" cy="45510"/>
            </a:xfrm>
            <a:custGeom>
              <a:avLst/>
              <a:gdLst/>
              <a:ahLst/>
              <a:cxnLst/>
              <a:rect l="l" t="t" r="r" b="b"/>
              <a:pathLst>
                <a:path w="1143" h="429" extrusionOk="0">
                  <a:moveTo>
                    <a:pt x="0" y="233"/>
                  </a:moveTo>
                  <a:lnTo>
                    <a:pt x="188" y="429"/>
                  </a:lnTo>
                  <a:cubicBezTo>
                    <a:pt x="295" y="322"/>
                    <a:pt x="429" y="268"/>
                    <a:pt x="571" y="268"/>
                  </a:cubicBezTo>
                  <a:cubicBezTo>
                    <a:pt x="714" y="268"/>
                    <a:pt x="848" y="322"/>
                    <a:pt x="955" y="429"/>
                  </a:cubicBezTo>
                  <a:lnTo>
                    <a:pt x="1142" y="233"/>
                  </a:lnTo>
                  <a:cubicBezTo>
                    <a:pt x="991" y="81"/>
                    <a:pt x="785" y="1"/>
                    <a:pt x="571" y="1"/>
                  </a:cubicBezTo>
                  <a:cubicBezTo>
                    <a:pt x="357" y="1"/>
                    <a:pt x="152" y="81"/>
                    <a:pt x="0" y="2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43"/>
          <p:cNvGrpSpPr/>
          <p:nvPr/>
        </p:nvGrpSpPr>
        <p:grpSpPr>
          <a:xfrm>
            <a:off x="5479074" y="4067471"/>
            <a:ext cx="332957" cy="333618"/>
            <a:chOff x="5400565" y="3933464"/>
            <a:chExt cx="486494" cy="487461"/>
          </a:xfrm>
        </p:grpSpPr>
        <p:sp>
          <p:nvSpPr>
            <p:cNvPr id="806" name="Google Shape;806;p43"/>
            <p:cNvSpPr/>
            <p:nvPr/>
          </p:nvSpPr>
          <p:spPr>
            <a:xfrm>
              <a:off x="5629599" y="4163453"/>
              <a:ext cx="28430" cy="28537"/>
            </a:xfrm>
            <a:custGeom>
              <a:avLst/>
              <a:gdLst/>
              <a:ahLst/>
              <a:cxnLst/>
              <a:rect l="l" t="t" r="r" b="b"/>
              <a:pathLst>
                <a:path w="268" h="269" extrusionOk="0">
                  <a:moveTo>
                    <a:pt x="134" y="0"/>
                  </a:moveTo>
                  <a:cubicBezTo>
                    <a:pt x="205" y="0"/>
                    <a:pt x="268" y="54"/>
                    <a:pt x="268" y="134"/>
                  </a:cubicBezTo>
                  <a:cubicBezTo>
                    <a:pt x="268" y="206"/>
                    <a:pt x="205" y="268"/>
                    <a:pt x="134" y="268"/>
                  </a:cubicBezTo>
                  <a:cubicBezTo>
                    <a:pt x="62" y="268"/>
                    <a:pt x="0" y="206"/>
                    <a:pt x="0" y="134"/>
                  </a:cubicBezTo>
                  <a:cubicBezTo>
                    <a:pt x="0" y="54"/>
                    <a:pt x="62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/>
            <p:cNvSpPr/>
            <p:nvPr/>
          </p:nvSpPr>
          <p:spPr>
            <a:xfrm>
              <a:off x="5572739" y="4105743"/>
              <a:ext cx="142044" cy="143003"/>
            </a:xfrm>
            <a:custGeom>
              <a:avLst/>
              <a:gdLst/>
              <a:ahLst/>
              <a:cxnLst/>
              <a:rect l="l" t="t" r="r" b="b"/>
              <a:pathLst>
                <a:path w="1339" h="1348" extrusionOk="0">
                  <a:moveTo>
                    <a:pt x="670" y="1080"/>
                  </a:moveTo>
                  <a:cubicBezTo>
                    <a:pt x="447" y="1080"/>
                    <a:pt x="268" y="901"/>
                    <a:pt x="268" y="678"/>
                  </a:cubicBezTo>
                  <a:cubicBezTo>
                    <a:pt x="268" y="455"/>
                    <a:pt x="447" y="277"/>
                    <a:pt x="670" y="277"/>
                  </a:cubicBezTo>
                  <a:cubicBezTo>
                    <a:pt x="893" y="277"/>
                    <a:pt x="1071" y="455"/>
                    <a:pt x="1071" y="678"/>
                  </a:cubicBezTo>
                  <a:cubicBezTo>
                    <a:pt x="1071" y="901"/>
                    <a:pt x="893" y="1080"/>
                    <a:pt x="670" y="1080"/>
                  </a:cubicBezTo>
                  <a:close/>
                  <a:moveTo>
                    <a:pt x="670" y="0"/>
                  </a:moveTo>
                  <a:cubicBezTo>
                    <a:pt x="295" y="0"/>
                    <a:pt x="1" y="304"/>
                    <a:pt x="1" y="678"/>
                  </a:cubicBezTo>
                  <a:cubicBezTo>
                    <a:pt x="1" y="1044"/>
                    <a:pt x="295" y="1347"/>
                    <a:pt x="670" y="1347"/>
                  </a:cubicBezTo>
                  <a:cubicBezTo>
                    <a:pt x="1045" y="1347"/>
                    <a:pt x="1339" y="1044"/>
                    <a:pt x="1339" y="678"/>
                  </a:cubicBezTo>
                  <a:cubicBezTo>
                    <a:pt x="1339" y="304"/>
                    <a:pt x="1045" y="0"/>
                    <a:pt x="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/>
            <p:cNvSpPr/>
            <p:nvPr/>
          </p:nvSpPr>
          <p:spPr>
            <a:xfrm>
              <a:off x="5400565" y="3933464"/>
              <a:ext cx="486494" cy="487461"/>
            </a:xfrm>
            <a:custGeom>
              <a:avLst/>
              <a:gdLst/>
              <a:ahLst/>
              <a:cxnLst/>
              <a:rect l="l" t="t" r="r" b="b"/>
              <a:pathLst>
                <a:path w="4586" h="4595" extrusionOk="0">
                  <a:moveTo>
                    <a:pt x="2293" y="3239"/>
                  </a:moveTo>
                  <a:cubicBezTo>
                    <a:pt x="1775" y="3239"/>
                    <a:pt x="1347" y="2820"/>
                    <a:pt x="1347" y="2302"/>
                  </a:cubicBezTo>
                  <a:cubicBezTo>
                    <a:pt x="1347" y="1785"/>
                    <a:pt x="1775" y="1357"/>
                    <a:pt x="2293" y="1357"/>
                  </a:cubicBezTo>
                  <a:cubicBezTo>
                    <a:pt x="2810" y="1357"/>
                    <a:pt x="3238" y="1785"/>
                    <a:pt x="3238" y="2302"/>
                  </a:cubicBezTo>
                  <a:cubicBezTo>
                    <a:pt x="3238" y="2820"/>
                    <a:pt x="2810" y="3239"/>
                    <a:pt x="2293" y="3239"/>
                  </a:cubicBezTo>
                  <a:close/>
                  <a:moveTo>
                    <a:pt x="4050" y="3515"/>
                  </a:moveTo>
                  <a:cubicBezTo>
                    <a:pt x="3952" y="3515"/>
                    <a:pt x="3854" y="3551"/>
                    <a:pt x="3774" y="3596"/>
                  </a:cubicBezTo>
                  <a:lnTo>
                    <a:pt x="3497" y="3310"/>
                  </a:lnTo>
                  <a:cubicBezTo>
                    <a:pt x="3586" y="3239"/>
                    <a:pt x="3667" y="3159"/>
                    <a:pt x="3756" y="3061"/>
                  </a:cubicBezTo>
                  <a:cubicBezTo>
                    <a:pt x="4059" y="2713"/>
                    <a:pt x="4202" y="2365"/>
                    <a:pt x="4211" y="2356"/>
                  </a:cubicBezTo>
                  <a:lnTo>
                    <a:pt x="4229" y="2302"/>
                  </a:lnTo>
                  <a:lnTo>
                    <a:pt x="4211" y="2249"/>
                  </a:lnTo>
                  <a:cubicBezTo>
                    <a:pt x="4202" y="2231"/>
                    <a:pt x="4059" y="1892"/>
                    <a:pt x="3756" y="1535"/>
                  </a:cubicBezTo>
                  <a:cubicBezTo>
                    <a:pt x="3667" y="1446"/>
                    <a:pt x="3586" y="1366"/>
                    <a:pt x="3497" y="1285"/>
                  </a:cubicBezTo>
                  <a:lnTo>
                    <a:pt x="3774" y="1009"/>
                  </a:lnTo>
                  <a:cubicBezTo>
                    <a:pt x="3854" y="1053"/>
                    <a:pt x="3952" y="1080"/>
                    <a:pt x="4050" y="1080"/>
                  </a:cubicBezTo>
                  <a:cubicBezTo>
                    <a:pt x="4345" y="1080"/>
                    <a:pt x="4586" y="839"/>
                    <a:pt x="4586" y="545"/>
                  </a:cubicBezTo>
                  <a:cubicBezTo>
                    <a:pt x="4586" y="241"/>
                    <a:pt x="4345" y="1"/>
                    <a:pt x="4050" y="1"/>
                  </a:cubicBezTo>
                  <a:cubicBezTo>
                    <a:pt x="3756" y="1"/>
                    <a:pt x="3515" y="241"/>
                    <a:pt x="3515" y="545"/>
                  </a:cubicBezTo>
                  <a:cubicBezTo>
                    <a:pt x="3515" y="643"/>
                    <a:pt x="3542" y="732"/>
                    <a:pt x="3586" y="812"/>
                  </a:cubicBezTo>
                  <a:lnTo>
                    <a:pt x="3283" y="1125"/>
                  </a:lnTo>
                  <a:cubicBezTo>
                    <a:pt x="2980" y="919"/>
                    <a:pt x="2641" y="821"/>
                    <a:pt x="2293" y="821"/>
                  </a:cubicBezTo>
                  <a:cubicBezTo>
                    <a:pt x="1945" y="821"/>
                    <a:pt x="1606" y="919"/>
                    <a:pt x="1303" y="1125"/>
                  </a:cubicBezTo>
                  <a:lnTo>
                    <a:pt x="999" y="812"/>
                  </a:lnTo>
                  <a:cubicBezTo>
                    <a:pt x="1044" y="732"/>
                    <a:pt x="1071" y="643"/>
                    <a:pt x="1071" y="545"/>
                  </a:cubicBezTo>
                  <a:cubicBezTo>
                    <a:pt x="1071" y="241"/>
                    <a:pt x="830" y="1"/>
                    <a:pt x="535" y="1"/>
                  </a:cubicBezTo>
                  <a:cubicBezTo>
                    <a:pt x="241" y="1"/>
                    <a:pt x="0" y="241"/>
                    <a:pt x="0" y="545"/>
                  </a:cubicBezTo>
                  <a:cubicBezTo>
                    <a:pt x="0" y="839"/>
                    <a:pt x="241" y="1080"/>
                    <a:pt x="535" y="1080"/>
                  </a:cubicBezTo>
                  <a:cubicBezTo>
                    <a:pt x="634" y="1080"/>
                    <a:pt x="732" y="1053"/>
                    <a:pt x="812" y="1009"/>
                  </a:cubicBezTo>
                  <a:lnTo>
                    <a:pt x="1088" y="1285"/>
                  </a:lnTo>
                  <a:cubicBezTo>
                    <a:pt x="999" y="1366"/>
                    <a:pt x="910" y="1446"/>
                    <a:pt x="830" y="1535"/>
                  </a:cubicBezTo>
                  <a:cubicBezTo>
                    <a:pt x="526" y="1892"/>
                    <a:pt x="384" y="2231"/>
                    <a:pt x="375" y="2249"/>
                  </a:cubicBezTo>
                  <a:lnTo>
                    <a:pt x="357" y="2302"/>
                  </a:lnTo>
                  <a:lnTo>
                    <a:pt x="375" y="2356"/>
                  </a:lnTo>
                  <a:cubicBezTo>
                    <a:pt x="384" y="2365"/>
                    <a:pt x="526" y="2713"/>
                    <a:pt x="830" y="3061"/>
                  </a:cubicBezTo>
                  <a:cubicBezTo>
                    <a:pt x="910" y="3159"/>
                    <a:pt x="999" y="3239"/>
                    <a:pt x="1088" y="3310"/>
                  </a:cubicBezTo>
                  <a:lnTo>
                    <a:pt x="812" y="3596"/>
                  </a:lnTo>
                  <a:cubicBezTo>
                    <a:pt x="732" y="3551"/>
                    <a:pt x="634" y="3515"/>
                    <a:pt x="535" y="3515"/>
                  </a:cubicBezTo>
                  <a:cubicBezTo>
                    <a:pt x="241" y="3515"/>
                    <a:pt x="0" y="3765"/>
                    <a:pt x="0" y="4060"/>
                  </a:cubicBezTo>
                  <a:cubicBezTo>
                    <a:pt x="0" y="4354"/>
                    <a:pt x="241" y="4595"/>
                    <a:pt x="535" y="4595"/>
                  </a:cubicBezTo>
                  <a:cubicBezTo>
                    <a:pt x="830" y="4595"/>
                    <a:pt x="1071" y="4354"/>
                    <a:pt x="1071" y="4060"/>
                  </a:cubicBezTo>
                  <a:cubicBezTo>
                    <a:pt x="1071" y="3962"/>
                    <a:pt x="1044" y="3863"/>
                    <a:pt x="999" y="3783"/>
                  </a:cubicBezTo>
                  <a:lnTo>
                    <a:pt x="1303" y="3480"/>
                  </a:lnTo>
                  <a:cubicBezTo>
                    <a:pt x="1606" y="3676"/>
                    <a:pt x="1945" y="3783"/>
                    <a:pt x="2293" y="3783"/>
                  </a:cubicBezTo>
                  <a:cubicBezTo>
                    <a:pt x="2641" y="3783"/>
                    <a:pt x="2980" y="3676"/>
                    <a:pt x="3283" y="3480"/>
                  </a:cubicBezTo>
                  <a:lnTo>
                    <a:pt x="3586" y="3783"/>
                  </a:lnTo>
                  <a:cubicBezTo>
                    <a:pt x="3542" y="3863"/>
                    <a:pt x="3515" y="3962"/>
                    <a:pt x="3515" y="4060"/>
                  </a:cubicBezTo>
                  <a:cubicBezTo>
                    <a:pt x="3515" y="4354"/>
                    <a:pt x="3756" y="4595"/>
                    <a:pt x="4050" y="4595"/>
                  </a:cubicBezTo>
                  <a:cubicBezTo>
                    <a:pt x="4345" y="4595"/>
                    <a:pt x="4586" y="4354"/>
                    <a:pt x="4586" y="4060"/>
                  </a:cubicBezTo>
                  <a:cubicBezTo>
                    <a:pt x="4586" y="3765"/>
                    <a:pt x="4345" y="3515"/>
                    <a:pt x="4050" y="35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2"/>
          <p:cNvSpPr txBox="1">
            <a:spLocks noGrp="1"/>
          </p:cNvSpPr>
          <p:nvPr>
            <p:ph type="title"/>
          </p:nvPr>
        </p:nvSpPr>
        <p:spPr>
          <a:xfrm>
            <a:off x="719875" y="1414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Implementing the Cost Function</a:t>
            </a:r>
            <a:endParaRPr b="1" dirty="0"/>
          </a:p>
        </p:txBody>
      </p:sp>
      <p:sp>
        <p:nvSpPr>
          <p:cNvPr id="660" name="Google Shape;660;p42"/>
          <p:cNvSpPr txBox="1"/>
          <p:nvPr/>
        </p:nvSpPr>
        <p:spPr>
          <a:xfrm>
            <a:off x="486891" y="1084332"/>
            <a:ext cx="1158523" cy="10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Inputs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Distance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Danger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Weight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-1870610" y="985806"/>
            <a:ext cx="17961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Showcase the design of your product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62" name="Google Shape;662;p42"/>
          <p:cNvSpPr txBox="1"/>
          <p:nvPr/>
        </p:nvSpPr>
        <p:spPr>
          <a:xfrm>
            <a:off x="332089" y="2221365"/>
            <a:ext cx="1241726" cy="8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effectLst>
                  <a:glow rad="127000">
                    <a:schemeClr val="bg2">
                      <a:lumMod val="90000"/>
                      <a:alpha val="56000"/>
                    </a:schemeClr>
                  </a:glow>
                </a:effectLst>
                <a:latin typeface="Trispace"/>
                <a:ea typeface="Trispace"/>
                <a:cs typeface="Trispace"/>
                <a:sym typeface="Trispace"/>
              </a:rPr>
              <a:t>Logic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bg2"/>
                </a:solidFill>
                <a:effectLst>
                  <a:glow rad="127000">
                    <a:schemeClr val="bg2">
                      <a:lumMod val="90000"/>
                      <a:alpha val="56000"/>
                    </a:schemeClr>
                  </a:glow>
                </a:effectLst>
                <a:latin typeface="Trispace"/>
                <a:ea typeface="Trispace"/>
                <a:cs typeface="Trispace"/>
                <a:sym typeface="Trispace"/>
              </a:rPr>
              <a:t>Distance + (Danger </a:t>
            </a:r>
            <a:r>
              <a:rPr lang="en-IN" sz="1200" dirty="0">
                <a:solidFill>
                  <a:schemeClr val="bg2"/>
                </a:solidFill>
                <a:effectLst>
                  <a:glow rad="127000">
                    <a:schemeClr val="bg2">
                      <a:lumMod val="90000"/>
                      <a:alpha val="56000"/>
                    </a:schemeClr>
                  </a:glow>
                </a:effectLst>
              </a:rPr>
              <a:t>× </a:t>
            </a:r>
            <a:r>
              <a:rPr lang="en-IN" sz="1200" dirty="0">
                <a:solidFill>
                  <a:schemeClr val="bg2"/>
                </a:solidFill>
                <a:effectLst>
                  <a:glow rad="127000">
                    <a:schemeClr val="bg2">
                      <a:lumMod val="90000"/>
                      <a:alpha val="56000"/>
                    </a:schemeClr>
                  </a:glow>
                </a:effectLst>
                <a:latin typeface="Trispace" panose="020B0604020202020204" charset="0"/>
              </a:rPr>
              <a:t>Weigh</a:t>
            </a:r>
            <a:r>
              <a:rPr lang="en-IN" sz="1200" dirty="0">
                <a:solidFill>
                  <a:schemeClr val="bg2"/>
                </a:solidFill>
                <a:effectLst>
                  <a:glow rad="127000">
                    <a:schemeClr val="bg2">
                      <a:lumMod val="90000"/>
                      <a:alpha val="56000"/>
                    </a:schemeClr>
                  </a:glow>
                </a:effectLst>
              </a:rPr>
              <a:t>t)</a:t>
            </a:r>
            <a:endParaRPr sz="1200" dirty="0">
              <a:solidFill>
                <a:schemeClr val="bg2"/>
              </a:solidFill>
              <a:effectLst>
                <a:glow rad="127000">
                  <a:schemeClr val="bg2">
                    <a:lumMod val="90000"/>
                    <a:alpha val="56000"/>
                  </a:schemeClr>
                </a:glow>
              </a:effectLst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3" name="Google Shape;663;p42"/>
          <p:cNvSpPr txBox="1"/>
          <p:nvPr/>
        </p:nvSpPr>
        <p:spPr>
          <a:xfrm>
            <a:off x="-1870610" y="1498504"/>
            <a:ext cx="17961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Share the cost and price with investors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64" name="Google Shape;664;p42"/>
          <p:cNvSpPr txBox="1"/>
          <p:nvPr/>
        </p:nvSpPr>
        <p:spPr>
          <a:xfrm>
            <a:off x="458699" y="3587800"/>
            <a:ext cx="1183224" cy="79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Purpose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Convert Safety into cost</a:t>
            </a: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5" name="Google Shape;665;p42"/>
          <p:cNvSpPr txBox="1"/>
          <p:nvPr/>
        </p:nvSpPr>
        <p:spPr>
          <a:xfrm>
            <a:off x="-1789125" y="1966343"/>
            <a:ext cx="17961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When is the product expected to be ready?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 flipH="1">
            <a:off x="9286624" y="2785429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Features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 flipH="1">
            <a:off x="7181839" y="1060573"/>
            <a:ext cx="1796100" cy="66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Output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Risk-adjusted cost</a:t>
            </a:r>
          </a:p>
        </p:txBody>
      </p:sp>
      <p:sp>
        <p:nvSpPr>
          <p:cNvPr id="668" name="Google Shape;668;p42"/>
          <p:cNvSpPr txBox="1"/>
          <p:nvPr/>
        </p:nvSpPr>
        <p:spPr>
          <a:xfrm flipH="1">
            <a:off x="9343069" y="3158943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Users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 flipH="1">
            <a:off x="7192307" y="2164175"/>
            <a:ext cx="17214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Impact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Danger increases cost</a:t>
            </a:r>
          </a:p>
        </p:txBody>
      </p:sp>
      <p:sp>
        <p:nvSpPr>
          <p:cNvPr id="670" name="Google Shape;670;p42"/>
          <p:cNvSpPr txBox="1"/>
          <p:nvPr/>
        </p:nvSpPr>
        <p:spPr>
          <a:xfrm flipH="1">
            <a:off x="9225386" y="3565143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Updates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71" name="Google Shape;671;p42"/>
          <p:cNvSpPr txBox="1"/>
          <p:nvPr/>
        </p:nvSpPr>
        <p:spPr>
          <a:xfrm flipH="1">
            <a:off x="7212661" y="3530213"/>
            <a:ext cx="1796100" cy="717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Result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 panose="020B0604020202020204" charset="0"/>
                <a:ea typeface="Maven Pro"/>
                <a:cs typeface="Maven Pro"/>
                <a:sym typeface="Maven Pro"/>
              </a:rPr>
              <a:t>Safer paths preferred</a:t>
            </a:r>
            <a:endParaRPr sz="1200" dirty="0">
              <a:solidFill>
                <a:schemeClr val="dk1"/>
              </a:solidFill>
              <a:latin typeface="Trispace" panose="020B0604020202020204" charset="0"/>
              <a:ea typeface="Maven Pro"/>
              <a:cs typeface="Maven Pro"/>
              <a:sym typeface="Maven Pro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1461710" y="108433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2"/>
          <p:cNvSpPr/>
          <p:nvPr/>
        </p:nvSpPr>
        <p:spPr>
          <a:xfrm>
            <a:off x="1515375" y="2216398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2"/>
          <p:cNvSpPr/>
          <p:nvPr/>
        </p:nvSpPr>
        <p:spPr>
          <a:xfrm>
            <a:off x="1525058" y="3546537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2"/>
          <p:cNvSpPr/>
          <p:nvPr/>
        </p:nvSpPr>
        <p:spPr>
          <a:xfrm>
            <a:off x="6412192" y="108433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2"/>
          <p:cNvSpPr/>
          <p:nvPr/>
        </p:nvSpPr>
        <p:spPr>
          <a:xfrm>
            <a:off x="6434352" y="2156391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2"/>
          <p:cNvSpPr/>
          <p:nvPr/>
        </p:nvSpPr>
        <p:spPr>
          <a:xfrm>
            <a:off x="6464292" y="3546537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42"/>
          <p:cNvGrpSpPr/>
          <p:nvPr/>
        </p:nvGrpSpPr>
        <p:grpSpPr>
          <a:xfrm>
            <a:off x="6611414" y="1229513"/>
            <a:ext cx="374387" cy="375778"/>
            <a:chOff x="6828553" y="2741087"/>
            <a:chExt cx="485649" cy="487454"/>
          </a:xfrm>
        </p:grpSpPr>
        <p:sp>
          <p:nvSpPr>
            <p:cNvPr id="679" name="Google Shape;679;p42"/>
            <p:cNvSpPr/>
            <p:nvPr/>
          </p:nvSpPr>
          <p:spPr>
            <a:xfrm>
              <a:off x="7029262" y="2954951"/>
              <a:ext cx="28430" cy="29386"/>
            </a:xfrm>
            <a:custGeom>
              <a:avLst/>
              <a:gdLst/>
              <a:ahLst/>
              <a:cxnLst/>
              <a:rect l="l" t="t" r="r" b="b"/>
              <a:pathLst>
                <a:path w="268" h="277" extrusionOk="0">
                  <a:moveTo>
                    <a:pt x="0" y="0"/>
                  </a:moveTo>
                  <a:lnTo>
                    <a:pt x="268" y="0"/>
                  </a:lnTo>
                  <a:lnTo>
                    <a:pt x="268" y="277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2"/>
            <p:cNvSpPr/>
            <p:nvPr/>
          </p:nvSpPr>
          <p:spPr>
            <a:xfrm>
              <a:off x="6914693" y="2827121"/>
              <a:ext cx="314322" cy="316239"/>
            </a:xfrm>
            <a:custGeom>
              <a:avLst/>
              <a:gdLst/>
              <a:ahLst/>
              <a:cxnLst/>
              <a:rect l="l" t="t" r="r" b="b"/>
              <a:pathLst>
                <a:path w="2963" h="2981" extrusionOk="0">
                  <a:moveTo>
                    <a:pt x="1883" y="938"/>
                  </a:moveTo>
                  <a:lnTo>
                    <a:pt x="2151" y="938"/>
                  </a:lnTo>
                  <a:lnTo>
                    <a:pt x="2151" y="2017"/>
                  </a:lnTo>
                  <a:lnTo>
                    <a:pt x="1883" y="2017"/>
                  </a:lnTo>
                  <a:close/>
                  <a:moveTo>
                    <a:pt x="1615" y="2017"/>
                  </a:moveTo>
                  <a:lnTo>
                    <a:pt x="1348" y="2017"/>
                  </a:lnTo>
                  <a:lnTo>
                    <a:pt x="1348" y="1749"/>
                  </a:lnTo>
                  <a:lnTo>
                    <a:pt x="1080" y="1749"/>
                  </a:lnTo>
                  <a:lnTo>
                    <a:pt x="1080" y="2017"/>
                  </a:lnTo>
                  <a:lnTo>
                    <a:pt x="804" y="2017"/>
                  </a:lnTo>
                  <a:lnTo>
                    <a:pt x="804" y="938"/>
                  </a:lnTo>
                  <a:lnTo>
                    <a:pt x="1615" y="938"/>
                  </a:lnTo>
                  <a:close/>
                  <a:moveTo>
                    <a:pt x="2525" y="429"/>
                  </a:moveTo>
                  <a:cubicBezTo>
                    <a:pt x="2240" y="153"/>
                    <a:pt x="1874" y="1"/>
                    <a:pt x="1482" y="1"/>
                  </a:cubicBezTo>
                  <a:lnTo>
                    <a:pt x="1473" y="1"/>
                  </a:lnTo>
                  <a:cubicBezTo>
                    <a:pt x="661" y="1"/>
                    <a:pt x="1" y="670"/>
                    <a:pt x="1" y="1482"/>
                  </a:cubicBezTo>
                  <a:cubicBezTo>
                    <a:pt x="1" y="1946"/>
                    <a:pt x="215" y="2374"/>
                    <a:pt x="581" y="2650"/>
                  </a:cubicBezTo>
                  <a:cubicBezTo>
                    <a:pt x="688" y="2740"/>
                    <a:pt x="759" y="2847"/>
                    <a:pt x="795" y="2981"/>
                  </a:cubicBezTo>
                  <a:lnTo>
                    <a:pt x="2169" y="2981"/>
                  </a:lnTo>
                  <a:cubicBezTo>
                    <a:pt x="2195" y="2847"/>
                    <a:pt x="2276" y="2731"/>
                    <a:pt x="2383" y="2650"/>
                  </a:cubicBezTo>
                  <a:cubicBezTo>
                    <a:pt x="2748" y="2365"/>
                    <a:pt x="2963" y="1946"/>
                    <a:pt x="2963" y="1482"/>
                  </a:cubicBezTo>
                  <a:cubicBezTo>
                    <a:pt x="2963" y="1080"/>
                    <a:pt x="2802" y="706"/>
                    <a:pt x="2525" y="42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2"/>
            <p:cNvSpPr/>
            <p:nvPr/>
          </p:nvSpPr>
          <p:spPr>
            <a:xfrm>
              <a:off x="6999877" y="3171680"/>
              <a:ext cx="142999" cy="56862"/>
            </a:xfrm>
            <a:custGeom>
              <a:avLst/>
              <a:gdLst/>
              <a:ahLst/>
              <a:cxnLst/>
              <a:rect l="l" t="t" r="r" b="b"/>
              <a:pathLst>
                <a:path w="1348" h="536" extrusionOk="0">
                  <a:moveTo>
                    <a:pt x="1" y="0"/>
                  </a:moveTo>
                  <a:lnTo>
                    <a:pt x="1348" y="0"/>
                  </a:lnTo>
                  <a:lnTo>
                    <a:pt x="1348" y="535"/>
                  </a:lnTo>
                  <a:lnTo>
                    <a:pt x="1" y="53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7057587" y="2741087"/>
              <a:ext cx="28536" cy="57816"/>
            </a:xfrm>
            <a:custGeom>
              <a:avLst/>
              <a:gdLst/>
              <a:ahLst/>
              <a:cxnLst/>
              <a:rect l="l" t="t" r="r" b="b"/>
              <a:pathLst>
                <a:path w="269" h="545" extrusionOk="0">
                  <a:moveTo>
                    <a:pt x="1" y="0"/>
                  </a:moveTo>
                  <a:lnTo>
                    <a:pt x="268" y="0"/>
                  </a:lnTo>
                  <a:lnTo>
                    <a:pt x="268" y="544"/>
                  </a:lnTo>
                  <a:lnTo>
                    <a:pt x="1" y="5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6965825" y="2754348"/>
              <a:ext cx="48374" cy="63439"/>
            </a:xfrm>
            <a:custGeom>
              <a:avLst/>
              <a:gdLst/>
              <a:ahLst/>
              <a:cxnLst/>
              <a:rect l="l" t="t" r="r" b="b"/>
              <a:pathLst>
                <a:path w="456" h="598" extrusionOk="0">
                  <a:moveTo>
                    <a:pt x="1" y="98"/>
                  </a:moveTo>
                  <a:lnTo>
                    <a:pt x="250" y="0"/>
                  </a:lnTo>
                  <a:lnTo>
                    <a:pt x="455" y="500"/>
                  </a:lnTo>
                  <a:lnTo>
                    <a:pt x="206" y="5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6890081" y="2802616"/>
              <a:ext cx="60679" cy="60575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1" y="187"/>
                  </a:moveTo>
                  <a:lnTo>
                    <a:pt x="188" y="0"/>
                  </a:lnTo>
                  <a:lnTo>
                    <a:pt x="572" y="375"/>
                  </a:lnTo>
                  <a:lnTo>
                    <a:pt x="376" y="5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6841813" y="2878253"/>
              <a:ext cx="63543" cy="48375"/>
            </a:xfrm>
            <a:custGeom>
              <a:avLst/>
              <a:gdLst/>
              <a:ahLst/>
              <a:cxnLst/>
              <a:rect l="l" t="t" r="r" b="b"/>
              <a:pathLst>
                <a:path w="599" h="456" extrusionOk="0">
                  <a:moveTo>
                    <a:pt x="1" y="242"/>
                  </a:moveTo>
                  <a:lnTo>
                    <a:pt x="108" y="1"/>
                  </a:lnTo>
                  <a:lnTo>
                    <a:pt x="599" y="206"/>
                  </a:lnTo>
                  <a:lnTo>
                    <a:pt x="500" y="4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6828553" y="2970121"/>
              <a:ext cx="57921" cy="28431"/>
            </a:xfrm>
            <a:custGeom>
              <a:avLst/>
              <a:gdLst/>
              <a:ahLst/>
              <a:cxnLst/>
              <a:rect l="l" t="t" r="r" b="b"/>
              <a:pathLst>
                <a:path w="546" h="268" extrusionOk="0">
                  <a:moveTo>
                    <a:pt x="1" y="0"/>
                  </a:moveTo>
                  <a:lnTo>
                    <a:pt x="545" y="0"/>
                  </a:lnTo>
                  <a:lnTo>
                    <a:pt x="545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6841813" y="3042046"/>
              <a:ext cx="64498" cy="48269"/>
            </a:xfrm>
            <a:custGeom>
              <a:avLst/>
              <a:gdLst/>
              <a:ahLst/>
              <a:cxnLst/>
              <a:rect l="l" t="t" r="r" b="b"/>
              <a:pathLst>
                <a:path w="608" h="455" extrusionOk="0">
                  <a:moveTo>
                    <a:pt x="1" y="205"/>
                  </a:moveTo>
                  <a:lnTo>
                    <a:pt x="500" y="0"/>
                  </a:lnTo>
                  <a:lnTo>
                    <a:pt x="607" y="250"/>
                  </a:lnTo>
                  <a:lnTo>
                    <a:pt x="108" y="4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6890081" y="3105377"/>
              <a:ext cx="60679" cy="59726"/>
            </a:xfrm>
            <a:custGeom>
              <a:avLst/>
              <a:gdLst/>
              <a:ahLst/>
              <a:cxnLst/>
              <a:rect l="l" t="t" r="r" b="b"/>
              <a:pathLst>
                <a:path w="572" h="563" extrusionOk="0">
                  <a:moveTo>
                    <a:pt x="1" y="375"/>
                  </a:moveTo>
                  <a:lnTo>
                    <a:pt x="376" y="1"/>
                  </a:lnTo>
                  <a:lnTo>
                    <a:pt x="572" y="188"/>
                  </a:lnTo>
                  <a:lnTo>
                    <a:pt x="188" y="5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7192949" y="3105377"/>
              <a:ext cx="60679" cy="60681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1" y="188"/>
                  </a:moveTo>
                  <a:lnTo>
                    <a:pt x="188" y="1"/>
                  </a:lnTo>
                  <a:lnTo>
                    <a:pt x="572" y="375"/>
                  </a:lnTo>
                  <a:lnTo>
                    <a:pt x="375" y="5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/>
            <p:cNvSpPr/>
            <p:nvPr/>
          </p:nvSpPr>
          <p:spPr>
            <a:xfrm>
              <a:off x="7237398" y="3042046"/>
              <a:ext cx="64498" cy="48269"/>
            </a:xfrm>
            <a:custGeom>
              <a:avLst/>
              <a:gdLst/>
              <a:ahLst/>
              <a:cxnLst/>
              <a:rect l="l" t="t" r="r" b="b"/>
              <a:pathLst>
                <a:path w="608" h="455" extrusionOk="0">
                  <a:moveTo>
                    <a:pt x="1" y="250"/>
                  </a:moveTo>
                  <a:lnTo>
                    <a:pt x="108" y="0"/>
                  </a:lnTo>
                  <a:lnTo>
                    <a:pt x="607" y="205"/>
                  </a:lnTo>
                  <a:lnTo>
                    <a:pt x="500" y="4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2"/>
            <p:cNvSpPr/>
            <p:nvPr/>
          </p:nvSpPr>
          <p:spPr>
            <a:xfrm>
              <a:off x="7257342" y="2970121"/>
              <a:ext cx="56860" cy="28431"/>
            </a:xfrm>
            <a:custGeom>
              <a:avLst/>
              <a:gdLst/>
              <a:ahLst/>
              <a:cxnLst/>
              <a:rect l="l" t="t" r="r" b="b"/>
              <a:pathLst>
                <a:path w="536" h="268" extrusionOk="0">
                  <a:moveTo>
                    <a:pt x="0" y="0"/>
                  </a:moveTo>
                  <a:lnTo>
                    <a:pt x="535" y="0"/>
                  </a:lnTo>
                  <a:lnTo>
                    <a:pt x="535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7237398" y="2877298"/>
              <a:ext cx="64498" cy="48375"/>
            </a:xfrm>
            <a:custGeom>
              <a:avLst/>
              <a:gdLst/>
              <a:ahLst/>
              <a:cxnLst/>
              <a:rect l="l" t="t" r="r" b="b"/>
              <a:pathLst>
                <a:path w="608" h="456" extrusionOk="0">
                  <a:moveTo>
                    <a:pt x="1" y="215"/>
                  </a:moveTo>
                  <a:lnTo>
                    <a:pt x="500" y="1"/>
                  </a:lnTo>
                  <a:lnTo>
                    <a:pt x="607" y="251"/>
                  </a:lnTo>
                  <a:lnTo>
                    <a:pt x="108" y="4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7192949" y="2802616"/>
              <a:ext cx="60679" cy="60575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1" y="375"/>
                  </a:moveTo>
                  <a:lnTo>
                    <a:pt x="375" y="0"/>
                  </a:lnTo>
                  <a:lnTo>
                    <a:pt x="572" y="187"/>
                  </a:lnTo>
                  <a:lnTo>
                    <a:pt x="188" y="5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7129511" y="2754348"/>
              <a:ext cx="48374" cy="63439"/>
            </a:xfrm>
            <a:custGeom>
              <a:avLst/>
              <a:gdLst/>
              <a:ahLst/>
              <a:cxnLst/>
              <a:rect l="l" t="t" r="r" b="b"/>
              <a:pathLst>
                <a:path w="456" h="598" extrusionOk="0">
                  <a:moveTo>
                    <a:pt x="1" y="500"/>
                  </a:moveTo>
                  <a:lnTo>
                    <a:pt x="206" y="0"/>
                  </a:lnTo>
                  <a:lnTo>
                    <a:pt x="456" y="98"/>
                  </a:lnTo>
                  <a:lnTo>
                    <a:pt x="251" y="5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>
            <a:off x="1641922" y="1283290"/>
            <a:ext cx="375775" cy="332029"/>
            <a:chOff x="7542175" y="2769412"/>
            <a:chExt cx="487449" cy="430703"/>
          </a:xfrm>
        </p:grpSpPr>
        <p:sp>
          <p:nvSpPr>
            <p:cNvPr id="696" name="Google Shape;696;p42"/>
            <p:cNvSpPr/>
            <p:nvPr/>
          </p:nvSpPr>
          <p:spPr>
            <a:xfrm>
              <a:off x="7699285" y="2970121"/>
              <a:ext cx="173233" cy="143957"/>
            </a:xfrm>
            <a:custGeom>
              <a:avLst/>
              <a:gdLst/>
              <a:ahLst/>
              <a:cxnLst/>
              <a:rect l="l" t="t" r="r" b="b"/>
              <a:pathLst>
                <a:path w="1633" h="1357" extrusionOk="0">
                  <a:moveTo>
                    <a:pt x="1365" y="535"/>
                  </a:moveTo>
                  <a:lnTo>
                    <a:pt x="1089" y="535"/>
                  </a:lnTo>
                  <a:lnTo>
                    <a:pt x="1089" y="268"/>
                  </a:lnTo>
                  <a:lnTo>
                    <a:pt x="1365" y="268"/>
                  </a:lnTo>
                  <a:close/>
                  <a:moveTo>
                    <a:pt x="1365" y="1071"/>
                  </a:moveTo>
                  <a:lnTo>
                    <a:pt x="268" y="1071"/>
                  </a:lnTo>
                  <a:lnTo>
                    <a:pt x="268" y="803"/>
                  </a:lnTo>
                  <a:lnTo>
                    <a:pt x="1365" y="803"/>
                  </a:lnTo>
                  <a:close/>
                  <a:moveTo>
                    <a:pt x="268" y="268"/>
                  </a:moveTo>
                  <a:lnTo>
                    <a:pt x="536" y="268"/>
                  </a:lnTo>
                  <a:lnTo>
                    <a:pt x="536" y="535"/>
                  </a:lnTo>
                  <a:lnTo>
                    <a:pt x="268" y="535"/>
                  </a:lnTo>
                  <a:close/>
                  <a:moveTo>
                    <a:pt x="1633" y="0"/>
                  </a:moveTo>
                  <a:lnTo>
                    <a:pt x="0" y="0"/>
                  </a:lnTo>
                  <a:lnTo>
                    <a:pt x="0" y="1356"/>
                  </a:lnTo>
                  <a:lnTo>
                    <a:pt x="1633" y="13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542175" y="2883982"/>
              <a:ext cx="487449" cy="316133"/>
            </a:xfrm>
            <a:custGeom>
              <a:avLst/>
              <a:gdLst/>
              <a:ahLst/>
              <a:cxnLst/>
              <a:rect l="l" t="t" r="r" b="b"/>
              <a:pathLst>
                <a:path w="4595" h="2980" extrusionOk="0">
                  <a:moveTo>
                    <a:pt x="670" y="1089"/>
                  </a:moveTo>
                  <a:lnTo>
                    <a:pt x="937" y="1089"/>
                  </a:lnTo>
                  <a:lnTo>
                    <a:pt x="937" y="1356"/>
                  </a:lnTo>
                  <a:lnTo>
                    <a:pt x="1214" y="1356"/>
                  </a:lnTo>
                  <a:lnTo>
                    <a:pt x="1214" y="535"/>
                  </a:lnTo>
                  <a:lnTo>
                    <a:pt x="3382" y="535"/>
                  </a:lnTo>
                  <a:lnTo>
                    <a:pt x="3382" y="1356"/>
                  </a:lnTo>
                  <a:lnTo>
                    <a:pt x="3649" y="1356"/>
                  </a:lnTo>
                  <a:lnTo>
                    <a:pt x="3649" y="1089"/>
                  </a:lnTo>
                  <a:lnTo>
                    <a:pt x="3917" y="1089"/>
                  </a:lnTo>
                  <a:lnTo>
                    <a:pt x="3917" y="1891"/>
                  </a:lnTo>
                  <a:lnTo>
                    <a:pt x="3649" y="1891"/>
                  </a:lnTo>
                  <a:lnTo>
                    <a:pt x="3649" y="1624"/>
                  </a:lnTo>
                  <a:lnTo>
                    <a:pt x="3382" y="1624"/>
                  </a:lnTo>
                  <a:lnTo>
                    <a:pt x="3382" y="2436"/>
                  </a:lnTo>
                  <a:lnTo>
                    <a:pt x="1214" y="2436"/>
                  </a:lnTo>
                  <a:lnTo>
                    <a:pt x="1214" y="1624"/>
                  </a:lnTo>
                  <a:lnTo>
                    <a:pt x="937" y="1624"/>
                  </a:lnTo>
                  <a:lnTo>
                    <a:pt x="937" y="1891"/>
                  </a:lnTo>
                  <a:lnTo>
                    <a:pt x="670" y="1891"/>
                  </a:lnTo>
                  <a:close/>
                  <a:moveTo>
                    <a:pt x="0" y="2980"/>
                  </a:moveTo>
                  <a:lnTo>
                    <a:pt x="4595" y="2980"/>
                  </a:lnTo>
                  <a:lnTo>
                    <a:pt x="45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542175" y="2769412"/>
              <a:ext cx="487449" cy="86247"/>
            </a:xfrm>
            <a:custGeom>
              <a:avLst/>
              <a:gdLst/>
              <a:ahLst/>
              <a:cxnLst/>
              <a:rect l="l" t="t" r="r" b="b"/>
              <a:pathLst>
                <a:path w="4595" h="813" extrusionOk="0">
                  <a:moveTo>
                    <a:pt x="1883" y="545"/>
                  </a:moveTo>
                  <a:lnTo>
                    <a:pt x="1615" y="545"/>
                  </a:lnTo>
                  <a:lnTo>
                    <a:pt x="1615" y="277"/>
                  </a:lnTo>
                  <a:lnTo>
                    <a:pt x="1883" y="277"/>
                  </a:lnTo>
                  <a:close/>
                  <a:moveTo>
                    <a:pt x="1348" y="545"/>
                  </a:moveTo>
                  <a:lnTo>
                    <a:pt x="1080" y="545"/>
                  </a:lnTo>
                  <a:lnTo>
                    <a:pt x="1080" y="277"/>
                  </a:lnTo>
                  <a:lnTo>
                    <a:pt x="1348" y="277"/>
                  </a:lnTo>
                  <a:close/>
                  <a:moveTo>
                    <a:pt x="803" y="545"/>
                  </a:moveTo>
                  <a:lnTo>
                    <a:pt x="536" y="545"/>
                  </a:lnTo>
                  <a:lnTo>
                    <a:pt x="536" y="277"/>
                  </a:lnTo>
                  <a:lnTo>
                    <a:pt x="803" y="277"/>
                  </a:lnTo>
                  <a:close/>
                  <a:moveTo>
                    <a:pt x="4595" y="1"/>
                  </a:moveTo>
                  <a:lnTo>
                    <a:pt x="0" y="1"/>
                  </a:lnTo>
                  <a:lnTo>
                    <a:pt x="0" y="813"/>
                  </a:lnTo>
                  <a:lnTo>
                    <a:pt x="4595" y="8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42"/>
          <p:cNvGrpSpPr/>
          <p:nvPr/>
        </p:nvGrpSpPr>
        <p:grpSpPr>
          <a:xfrm>
            <a:off x="1719397" y="2328812"/>
            <a:ext cx="309370" cy="375778"/>
            <a:chOff x="6871198" y="3337276"/>
            <a:chExt cx="401310" cy="487454"/>
          </a:xfrm>
        </p:grpSpPr>
        <p:sp>
          <p:nvSpPr>
            <p:cNvPr id="700" name="Google Shape;700;p42"/>
            <p:cNvSpPr/>
            <p:nvPr/>
          </p:nvSpPr>
          <p:spPr>
            <a:xfrm>
              <a:off x="7043478" y="3337276"/>
              <a:ext cx="28430" cy="28431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0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6985662" y="3365706"/>
              <a:ext cx="29491" cy="29386"/>
            </a:xfrm>
            <a:custGeom>
              <a:avLst/>
              <a:gdLst/>
              <a:ahLst/>
              <a:cxnLst/>
              <a:rect l="l" t="t" r="r" b="b"/>
              <a:pathLst>
                <a:path w="278" h="277" extrusionOk="0">
                  <a:moveTo>
                    <a:pt x="1" y="0"/>
                  </a:moveTo>
                  <a:lnTo>
                    <a:pt x="277" y="0"/>
                  </a:lnTo>
                  <a:lnTo>
                    <a:pt x="277" y="277"/>
                  </a:lnTo>
                  <a:lnTo>
                    <a:pt x="1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7071802" y="3394985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1"/>
                  </a:moveTo>
                  <a:lnTo>
                    <a:pt x="268" y="1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128556" y="3365706"/>
              <a:ext cx="28536" cy="29386"/>
            </a:xfrm>
            <a:custGeom>
              <a:avLst/>
              <a:gdLst/>
              <a:ahLst/>
              <a:cxnLst/>
              <a:rect l="l" t="t" r="r" b="b"/>
              <a:pathLst>
                <a:path w="269" h="277" extrusionOk="0">
                  <a:moveTo>
                    <a:pt x="1" y="0"/>
                  </a:moveTo>
                  <a:lnTo>
                    <a:pt x="269" y="0"/>
                  </a:lnTo>
                  <a:lnTo>
                    <a:pt x="269" y="277"/>
                  </a:lnTo>
                  <a:lnTo>
                    <a:pt x="1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2"/>
            <p:cNvSpPr/>
            <p:nvPr/>
          </p:nvSpPr>
          <p:spPr>
            <a:xfrm>
              <a:off x="6871198" y="3767868"/>
              <a:ext cx="401310" cy="56862"/>
            </a:xfrm>
            <a:custGeom>
              <a:avLst/>
              <a:gdLst/>
              <a:ahLst/>
              <a:cxnLst/>
              <a:rect l="l" t="t" r="r" b="b"/>
              <a:pathLst>
                <a:path w="3783" h="536" extrusionOk="0">
                  <a:moveTo>
                    <a:pt x="0" y="0"/>
                  </a:moveTo>
                  <a:lnTo>
                    <a:pt x="3783" y="0"/>
                  </a:lnTo>
                  <a:lnTo>
                    <a:pt x="3783" y="536"/>
                  </a:lnTo>
                  <a:lnTo>
                    <a:pt x="0" y="5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2"/>
            <p:cNvSpPr/>
            <p:nvPr/>
          </p:nvSpPr>
          <p:spPr>
            <a:xfrm>
              <a:off x="6899629" y="353692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3247" y="1910"/>
                  </a:moveTo>
                  <a:lnTo>
                    <a:pt x="3247" y="1"/>
                  </a:lnTo>
                  <a:lnTo>
                    <a:pt x="2275" y="1"/>
                  </a:lnTo>
                  <a:lnTo>
                    <a:pt x="2096" y="188"/>
                  </a:lnTo>
                  <a:lnTo>
                    <a:pt x="2096" y="1553"/>
                  </a:lnTo>
                  <a:lnTo>
                    <a:pt x="1160" y="1169"/>
                  </a:lnTo>
                  <a:lnTo>
                    <a:pt x="1160" y="188"/>
                  </a:lnTo>
                  <a:lnTo>
                    <a:pt x="981" y="1"/>
                  </a:lnTo>
                  <a:lnTo>
                    <a:pt x="0" y="1"/>
                  </a:lnTo>
                  <a:lnTo>
                    <a:pt x="0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2"/>
            <p:cNvSpPr/>
            <p:nvPr/>
          </p:nvSpPr>
          <p:spPr>
            <a:xfrm>
              <a:off x="6989481" y="3480170"/>
              <a:ext cx="164746" cy="178965"/>
            </a:xfrm>
            <a:custGeom>
              <a:avLst/>
              <a:gdLst/>
              <a:ahLst/>
              <a:cxnLst/>
              <a:rect l="l" t="t" r="r" b="b"/>
              <a:pathLst>
                <a:path w="1553" h="1687" extrusionOk="0">
                  <a:moveTo>
                    <a:pt x="580" y="625"/>
                  </a:moveTo>
                  <a:lnTo>
                    <a:pt x="580" y="1526"/>
                  </a:lnTo>
                  <a:lnTo>
                    <a:pt x="982" y="1687"/>
                  </a:lnTo>
                  <a:lnTo>
                    <a:pt x="982" y="625"/>
                  </a:lnTo>
                  <a:lnTo>
                    <a:pt x="155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42"/>
          <p:cNvGrpSpPr/>
          <p:nvPr/>
        </p:nvGrpSpPr>
        <p:grpSpPr>
          <a:xfrm>
            <a:off x="6621966" y="2339794"/>
            <a:ext cx="375776" cy="375782"/>
            <a:chOff x="7542175" y="3337276"/>
            <a:chExt cx="487451" cy="487459"/>
          </a:xfrm>
        </p:grpSpPr>
        <p:sp>
          <p:nvSpPr>
            <p:cNvPr id="708" name="Google Shape;708;p42"/>
            <p:cNvSpPr/>
            <p:nvPr/>
          </p:nvSpPr>
          <p:spPr>
            <a:xfrm>
              <a:off x="7831783" y="3347672"/>
              <a:ext cx="68211" cy="90915"/>
            </a:xfrm>
            <a:custGeom>
              <a:avLst/>
              <a:gdLst/>
              <a:ahLst/>
              <a:cxnLst/>
              <a:rect l="l" t="t" r="r" b="b"/>
              <a:pathLst>
                <a:path w="643" h="857" extrusionOk="0">
                  <a:moveTo>
                    <a:pt x="0" y="1"/>
                  </a:moveTo>
                  <a:cubicBezTo>
                    <a:pt x="18" y="27"/>
                    <a:pt x="27" y="45"/>
                    <a:pt x="36" y="81"/>
                  </a:cubicBezTo>
                  <a:cubicBezTo>
                    <a:pt x="125" y="295"/>
                    <a:pt x="179" y="563"/>
                    <a:pt x="188" y="857"/>
                  </a:cubicBezTo>
                  <a:lnTo>
                    <a:pt x="643" y="857"/>
                  </a:lnTo>
                  <a:cubicBezTo>
                    <a:pt x="598" y="473"/>
                    <a:pt x="348" y="15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7671809" y="3347672"/>
              <a:ext cx="67362" cy="90915"/>
            </a:xfrm>
            <a:custGeom>
              <a:avLst/>
              <a:gdLst/>
              <a:ahLst/>
              <a:cxnLst/>
              <a:rect l="l" t="t" r="r" b="b"/>
              <a:pathLst>
                <a:path w="635" h="857" extrusionOk="0">
                  <a:moveTo>
                    <a:pt x="447" y="857"/>
                  </a:moveTo>
                  <a:cubicBezTo>
                    <a:pt x="465" y="563"/>
                    <a:pt x="518" y="295"/>
                    <a:pt x="598" y="81"/>
                  </a:cubicBezTo>
                  <a:cubicBezTo>
                    <a:pt x="607" y="45"/>
                    <a:pt x="625" y="18"/>
                    <a:pt x="634" y="1"/>
                  </a:cubicBezTo>
                  <a:cubicBezTo>
                    <a:pt x="295" y="152"/>
                    <a:pt x="45" y="473"/>
                    <a:pt x="1" y="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2"/>
            <p:cNvSpPr/>
            <p:nvPr/>
          </p:nvSpPr>
          <p:spPr>
            <a:xfrm>
              <a:off x="7831783" y="3466909"/>
              <a:ext cx="68211" cy="90915"/>
            </a:xfrm>
            <a:custGeom>
              <a:avLst/>
              <a:gdLst/>
              <a:ahLst/>
              <a:cxnLst/>
              <a:rect l="l" t="t" r="r" b="b"/>
              <a:pathLst>
                <a:path w="643" h="857" extrusionOk="0">
                  <a:moveTo>
                    <a:pt x="188" y="1"/>
                  </a:moveTo>
                  <a:cubicBezTo>
                    <a:pt x="179" y="295"/>
                    <a:pt x="125" y="563"/>
                    <a:pt x="36" y="777"/>
                  </a:cubicBezTo>
                  <a:cubicBezTo>
                    <a:pt x="27" y="803"/>
                    <a:pt x="18" y="830"/>
                    <a:pt x="0" y="857"/>
                  </a:cubicBezTo>
                  <a:cubicBezTo>
                    <a:pt x="348" y="705"/>
                    <a:pt x="598" y="384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2"/>
            <p:cNvSpPr/>
            <p:nvPr/>
          </p:nvSpPr>
          <p:spPr>
            <a:xfrm>
              <a:off x="7671809" y="3466909"/>
              <a:ext cx="67362" cy="90915"/>
            </a:xfrm>
            <a:custGeom>
              <a:avLst/>
              <a:gdLst/>
              <a:ahLst/>
              <a:cxnLst/>
              <a:rect l="l" t="t" r="r" b="b"/>
              <a:pathLst>
                <a:path w="635" h="857" extrusionOk="0">
                  <a:moveTo>
                    <a:pt x="634" y="857"/>
                  </a:moveTo>
                  <a:cubicBezTo>
                    <a:pt x="625" y="830"/>
                    <a:pt x="607" y="803"/>
                    <a:pt x="598" y="777"/>
                  </a:cubicBezTo>
                  <a:cubicBezTo>
                    <a:pt x="518" y="563"/>
                    <a:pt x="465" y="295"/>
                    <a:pt x="447" y="1"/>
                  </a:cubicBezTo>
                  <a:lnTo>
                    <a:pt x="1" y="1"/>
                  </a:lnTo>
                  <a:cubicBezTo>
                    <a:pt x="45" y="384"/>
                    <a:pt x="295" y="705"/>
                    <a:pt x="634" y="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2"/>
            <p:cNvSpPr/>
            <p:nvPr/>
          </p:nvSpPr>
          <p:spPr>
            <a:xfrm>
              <a:off x="7747553" y="3337276"/>
              <a:ext cx="75743" cy="101311"/>
            </a:xfrm>
            <a:custGeom>
              <a:avLst/>
              <a:gdLst/>
              <a:ahLst/>
              <a:cxnLst/>
              <a:rect l="l" t="t" r="r" b="b"/>
              <a:pathLst>
                <a:path w="714" h="955" extrusionOk="0">
                  <a:moveTo>
                    <a:pt x="134" y="277"/>
                  </a:moveTo>
                  <a:cubicBezTo>
                    <a:pt x="63" y="455"/>
                    <a:pt x="18" y="696"/>
                    <a:pt x="0" y="955"/>
                  </a:cubicBezTo>
                  <a:lnTo>
                    <a:pt x="714" y="955"/>
                  </a:lnTo>
                  <a:cubicBezTo>
                    <a:pt x="705" y="696"/>
                    <a:pt x="660" y="455"/>
                    <a:pt x="580" y="277"/>
                  </a:cubicBezTo>
                  <a:cubicBezTo>
                    <a:pt x="500" y="72"/>
                    <a:pt x="411" y="0"/>
                    <a:pt x="357" y="0"/>
                  </a:cubicBezTo>
                  <a:cubicBezTo>
                    <a:pt x="304" y="0"/>
                    <a:pt x="214" y="72"/>
                    <a:pt x="134" y="2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7747553" y="3466909"/>
              <a:ext cx="75743" cy="101417"/>
            </a:xfrm>
            <a:custGeom>
              <a:avLst/>
              <a:gdLst/>
              <a:ahLst/>
              <a:cxnLst/>
              <a:rect l="l" t="t" r="r" b="b"/>
              <a:pathLst>
                <a:path w="714" h="956" extrusionOk="0">
                  <a:moveTo>
                    <a:pt x="580" y="679"/>
                  </a:moveTo>
                  <a:cubicBezTo>
                    <a:pt x="660" y="491"/>
                    <a:pt x="705" y="259"/>
                    <a:pt x="714" y="1"/>
                  </a:cubicBezTo>
                  <a:lnTo>
                    <a:pt x="0" y="1"/>
                  </a:lnTo>
                  <a:cubicBezTo>
                    <a:pt x="18" y="259"/>
                    <a:pt x="63" y="491"/>
                    <a:pt x="134" y="679"/>
                  </a:cubicBezTo>
                  <a:cubicBezTo>
                    <a:pt x="214" y="884"/>
                    <a:pt x="304" y="955"/>
                    <a:pt x="357" y="955"/>
                  </a:cubicBezTo>
                  <a:cubicBezTo>
                    <a:pt x="411" y="955"/>
                    <a:pt x="500" y="884"/>
                    <a:pt x="580" y="67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7799533" y="3448981"/>
              <a:ext cx="230093" cy="375753"/>
            </a:xfrm>
            <a:custGeom>
              <a:avLst/>
              <a:gdLst/>
              <a:ahLst/>
              <a:cxnLst/>
              <a:rect l="l" t="t" r="r" b="b"/>
              <a:pathLst>
                <a:path w="2169" h="3542" extrusionOk="0">
                  <a:moveTo>
                    <a:pt x="1919" y="0"/>
                  </a:moveTo>
                  <a:cubicBezTo>
                    <a:pt x="1776" y="0"/>
                    <a:pt x="1660" y="107"/>
                    <a:pt x="1660" y="250"/>
                  </a:cubicBezTo>
                  <a:lnTo>
                    <a:pt x="1660" y="1222"/>
                  </a:lnTo>
                  <a:cubicBezTo>
                    <a:pt x="1660" y="1365"/>
                    <a:pt x="1607" y="1490"/>
                    <a:pt x="1509" y="1588"/>
                  </a:cubicBezTo>
                  <a:lnTo>
                    <a:pt x="1027" y="2070"/>
                  </a:lnTo>
                  <a:lnTo>
                    <a:pt x="840" y="1882"/>
                  </a:lnTo>
                  <a:lnTo>
                    <a:pt x="1321" y="1401"/>
                  </a:lnTo>
                  <a:cubicBezTo>
                    <a:pt x="1419" y="1303"/>
                    <a:pt x="1419" y="1142"/>
                    <a:pt x="1321" y="1044"/>
                  </a:cubicBezTo>
                  <a:cubicBezTo>
                    <a:pt x="1223" y="946"/>
                    <a:pt x="1063" y="946"/>
                    <a:pt x="964" y="1044"/>
                  </a:cubicBezTo>
                  <a:lnTo>
                    <a:pt x="1" y="1998"/>
                  </a:lnTo>
                  <a:lnTo>
                    <a:pt x="1" y="3542"/>
                  </a:lnTo>
                  <a:lnTo>
                    <a:pt x="1241" y="3542"/>
                  </a:lnTo>
                  <a:lnTo>
                    <a:pt x="1241" y="2935"/>
                  </a:lnTo>
                  <a:lnTo>
                    <a:pt x="2169" y="1713"/>
                  </a:lnTo>
                  <a:lnTo>
                    <a:pt x="2169" y="259"/>
                  </a:lnTo>
                  <a:cubicBezTo>
                    <a:pt x="2169" y="125"/>
                    <a:pt x="2062" y="9"/>
                    <a:pt x="19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7542175" y="3448981"/>
              <a:ext cx="229138" cy="375753"/>
            </a:xfrm>
            <a:custGeom>
              <a:avLst/>
              <a:gdLst/>
              <a:ahLst/>
              <a:cxnLst/>
              <a:rect l="l" t="t" r="r" b="b"/>
              <a:pathLst>
                <a:path w="2160" h="3542" extrusionOk="0">
                  <a:moveTo>
                    <a:pt x="848" y="1044"/>
                  </a:moveTo>
                  <a:cubicBezTo>
                    <a:pt x="732" y="1124"/>
                    <a:pt x="714" y="1267"/>
                    <a:pt x="812" y="1365"/>
                  </a:cubicBezTo>
                  <a:lnTo>
                    <a:pt x="1330" y="1882"/>
                  </a:lnTo>
                  <a:lnTo>
                    <a:pt x="1133" y="2070"/>
                  </a:lnTo>
                  <a:lnTo>
                    <a:pt x="652" y="1588"/>
                  </a:lnTo>
                  <a:cubicBezTo>
                    <a:pt x="554" y="1490"/>
                    <a:pt x="500" y="1365"/>
                    <a:pt x="500" y="1222"/>
                  </a:cubicBezTo>
                  <a:lnTo>
                    <a:pt x="500" y="259"/>
                  </a:lnTo>
                  <a:cubicBezTo>
                    <a:pt x="500" y="125"/>
                    <a:pt x="393" y="9"/>
                    <a:pt x="259" y="0"/>
                  </a:cubicBezTo>
                  <a:cubicBezTo>
                    <a:pt x="116" y="0"/>
                    <a:pt x="0" y="107"/>
                    <a:pt x="0" y="250"/>
                  </a:cubicBezTo>
                  <a:lnTo>
                    <a:pt x="0" y="1713"/>
                  </a:lnTo>
                  <a:lnTo>
                    <a:pt x="919" y="2935"/>
                  </a:lnTo>
                  <a:lnTo>
                    <a:pt x="919" y="3542"/>
                  </a:lnTo>
                  <a:lnTo>
                    <a:pt x="2159" y="3542"/>
                  </a:lnTo>
                  <a:lnTo>
                    <a:pt x="2159" y="1998"/>
                  </a:lnTo>
                  <a:lnTo>
                    <a:pt x="1205" y="1044"/>
                  </a:lnTo>
                  <a:cubicBezTo>
                    <a:pt x="1107" y="946"/>
                    <a:pt x="946" y="946"/>
                    <a:pt x="848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42"/>
          <p:cNvGrpSpPr/>
          <p:nvPr/>
        </p:nvGrpSpPr>
        <p:grpSpPr>
          <a:xfrm>
            <a:off x="1695261" y="3715309"/>
            <a:ext cx="375775" cy="342985"/>
            <a:chOff x="6827704" y="3955211"/>
            <a:chExt cx="487449" cy="444915"/>
          </a:xfrm>
        </p:grpSpPr>
        <p:sp>
          <p:nvSpPr>
            <p:cNvPr id="717" name="Google Shape;717;p42"/>
            <p:cNvSpPr/>
            <p:nvPr/>
          </p:nvSpPr>
          <p:spPr>
            <a:xfrm>
              <a:off x="7114447" y="4100015"/>
              <a:ext cx="57815" cy="80519"/>
            </a:xfrm>
            <a:custGeom>
              <a:avLst/>
              <a:gdLst/>
              <a:ahLst/>
              <a:cxnLst/>
              <a:rect l="l" t="t" r="r" b="b"/>
              <a:pathLst>
                <a:path w="545" h="759" extrusionOk="0">
                  <a:moveTo>
                    <a:pt x="0" y="759"/>
                  </a:moveTo>
                  <a:lnTo>
                    <a:pt x="544" y="705"/>
                  </a:lnTo>
                  <a:cubicBezTo>
                    <a:pt x="526" y="509"/>
                    <a:pt x="482" y="206"/>
                    <a:pt x="375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2"/>
            <p:cNvSpPr/>
            <p:nvPr/>
          </p:nvSpPr>
          <p:spPr>
            <a:xfrm>
              <a:off x="6827704" y="4100015"/>
              <a:ext cx="487449" cy="256620"/>
            </a:xfrm>
            <a:custGeom>
              <a:avLst/>
              <a:gdLst/>
              <a:ahLst/>
              <a:cxnLst/>
              <a:rect l="l" t="t" r="r" b="b"/>
              <a:pathLst>
                <a:path w="4595" h="2419" extrusionOk="0">
                  <a:moveTo>
                    <a:pt x="2168" y="1482"/>
                  </a:moveTo>
                  <a:lnTo>
                    <a:pt x="2435" y="1482"/>
                  </a:lnTo>
                  <a:lnTo>
                    <a:pt x="2435" y="1749"/>
                  </a:lnTo>
                  <a:lnTo>
                    <a:pt x="2168" y="1749"/>
                  </a:lnTo>
                  <a:close/>
                  <a:moveTo>
                    <a:pt x="4327" y="1473"/>
                  </a:moveTo>
                  <a:lnTo>
                    <a:pt x="4327" y="1205"/>
                  </a:lnTo>
                  <a:lnTo>
                    <a:pt x="4594" y="1205"/>
                  </a:lnTo>
                  <a:cubicBezTo>
                    <a:pt x="4568" y="830"/>
                    <a:pt x="4452" y="474"/>
                    <a:pt x="4238" y="161"/>
                  </a:cubicBezTo>
                  <a:lnTo>
                    <a:pt x="4130" y="1"/>
                  </a:lnTo>
                  <a:lnTo>
                    <a:pt x="3372" y="1"/>
                  </a:lnTo>
                  <a:cubicBezTo>
                    <a:pt x="3417" y="117"/>
                    <a:pt x="3461" y="259"/>
                    <a:pt x="3488" y="420"/>
                  </a:cubicBezTo>
                  <a:cubicBezTo>
                    <a:pt x="3524" y="643"/>
                    <a:pt x="3524" y="813"/>
                    <a:pt x="3524" y="821"/>
                  </a:cubicBezTo>
                  <a:lnTo>
                    <a:pt x="3524" y="937"/>
                  </a:lnTo>
                  <a:lnTo>
                    <a:pt x="125" y="1312"/>
                  </a:lnTo>
                  <a:cubicBezTo>
                    <a:pt x="45" y="1455"/>
                    <a:pt x="0" y="1606"/>
                    <a:pt x="0" y="1767"/>
                  </a:cubicBezTo>
                  <a:lnTo>
                    <a:pt x="0" y="2418"/>
                  </a:lnTo>
                  <a:lnTo>
                    <a:pt x="410" y="2418"/>
                  </a:lnTo>
                  <a:cubicBezTo>
                    <a:pt x="410" y="2053"/>
                    <a:pt x="714" y="1749"/>
                    <a:pt x="1079" y="1749"/>
                  </a:cubicBezTo>
                  <a:cubicBezTo>
                    <a:pt x="1454" y="1749"/>
                    <a:pt x="1757" y="2053"/>
                    <a:pt x="1757" y="2418"/>
                  </a:cubicBezTo>
                  <a:lnTo>
                    <a:pt x="2846" y="2418"/>
                  </a:lnTo>
                  <a:cubicBezTo>
                    <a:pt x="2846" y="2053"/>
                    <a:pt x="3149" y="1749"/>
                    <a:pt x="3524" y="1749"/>
                  </a:cubicBezTo>
                  <a:cubicBezTo>
                    <a:pt x="3890" y="1749"/>
                    <a:pt x="4193" y="2053"/>
                    <a:pt x="4193" y="2418"/>
                  </a:cubicBezTo>
                  <a:lnTo>
                    <a:pt x="4594" y="2418"/>
                  </a:lnTo>
                  <a:lnTo>
                    <a:pt x="4594" y="1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2"/>
            <p:cNvSpPr/>
            <p:nvPr/>
          </p:nvSpPr>
          <p:spPr>
            <a:xfrm>
              <a:off x="6868334" y="4100969"/>
              <a:ext cx="217787" cy="107040"/>
            </a:xfrm>
            <a:custGeom>
              <a:avLst/>
              <a:gdLst/>
              <a:ahLst/>
              <a:cxnLst/>
              <a:rect l="l" t="t" r="r" b="b"/>
              <a:pathLst>
                <a:path w="2053" h="1009" extrusionOk="0">
                  <a:moveTo>
                    <a:pt x="2052" y="786"/>
                  </a:moveTo>
                  <a:lnTo>
                    <a:pt x="2052" y="1"/>
                  </a:lnTo>
                  <a:cubicBezTo>
                    <a:pt x="1508" y="54"/>
                    <a:pt x="991" y="250"/>
                    <a:pt x="554" y="580"/>
                  </a:cubicBezTo>
                  <a:lnTo>
                    <a:pt x="1" y="10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2"/>
            <p:cNvSpPr/>
            <p:nvPr/>
          </p:nvSpPr>
          <p:spPr>
            <a:xfrm>
              <a:off x="6899629" y="4313879"/>
              <a:ext cx="85184" cy="86247"/>
            </a:xfrm>
            <a:custGeom>
              <a:avLst/>
              <a:gdLst/>
              <a:ahLst/>
              <a:cxnLst/>
              <a:rect l="l" t="t" r="r" b="b"/>
              <a:pathLst>
                <a:path w="803" h="813" extrusionOk="0">
                  <a:moveTo>
                    <a:pt x="401" y="1"/>
                  </a:moveTo>
                  <a:cubicBezTo>
                    <a:pt x="625" y="1"/>
                    <a:pt x="803" y="179"/>
                    <a:pt x="803" y="402"/>
                  </a:cubicBezTo>
                  <a:cubicBezTo>
                    <a:pt x="803" y="625"/>
                    <a:pt x="625" y="813"/>
                    <a:pt x="401" y="813"/>
                  </a:cubicBezTo>
                  <a:cubicBezTo>
                    <a:pt x="178" y="813"/>
                    <a:pt x="0" y="625"/>
                    <a:pt x="0" y="402"/>
                  </a:cubicBezTo>
                  <a:cubicBezTo>
                    <a:pt x="0" y="179"/>
                    <a:pt x="178" y="1"/>
                    <a:pt x="4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2"/>
            <p:cNvSpPr/>
            <p:nvPr/>
          </p:nvSpPr>
          <p:spPr>
            <a:xfrm>
              <a:off x="7157942" y="4313879"/>
              <a:ext cx="86245" cy="86247"/>
            </a:xfrm>
            <a:custGeom>
              <a:avLst/>
              <a:gdLst/>
              <a:ahLst/>
              <a:cxnLst/>
              <a:rect l="l" t="t" r="r" b="b"/>
              <a:pathLst>
                <a:path w="813" h="813" extrusionOk="0">
                  <a:moveTo>
                    <a:pt x="411" y="1"/>
                  </a:moveTo>
                  <a:cubicBezTo>
                    <a:pt x="634" y="1"/>
                    <a:pt x="812" y="179"/>
                    <a:pt x="812" y="402"/>
                  </a:cubicBezTo>
                  <a:cubicBezTo>
                    <a:pt x="812" y="625"/>
                    <a:pt x="634" y="813"/>
                    <a:pt x="411" y="813"/>
                  </a:cubicBezTo>
                  <a:cubicBezTo>
                    <a:pt x="188" y="813"/>
                    <a:pt x="0" y="625"/>
                    <a:pt x="0" y="402"/>
                  </a:cubicBezTo>
                  <a:cubicBezTo>
                    <a:pt x="0" y="179"/>
                    <a:pt x="188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2"/>
            <p:cNvSpPr/>
            <p:nvPr/>
          </p:nvSpPr>
          <p:spPr>
            <a:xfrm>
              <a:off x="6970598" y="3955211"/>
              <a:ext cx="201663" cy="61635"/>
            </a:xfrm>
            <a:custGeom>
              <a:avLst/>
              <a:gdLst/>
              <a:ahLst/>
              <a:cxnLst/>
              <a:rect l="l" t="t" r="r" b="b"/>
              <a:pathLst>
                <a:path w="1901" h="581" extrusionOk="0">
                  <a:moveTo>
                    <a:pt x="955" y="268"/>
                  </a:moveTo>
                  <a:cubicBezTo>
                    <a:pt x="1240" y="268"/>
                    <a:pt x="1508" y="384"/>
                    <a:pt x="1713" y="581"/>
                  </a:cubicBezTo>
                  <a:lnTo>
                    <a:pt x="1900" y="393"/>
                  </a:lnTo>
                  <a:cubicBezTo>
                    <a:pt x="1651" y="144"/>
                    <a:pt x="1312" y="1"/>
                    <a:pt x="955" y="1"/>
                  </a:cubicBezTo>
                  <a:cubicBezTo>
                    <a:pt x="598" y="1"/>
                    <a:pt x="259" y="144"/>
                    <a:pt x="0" y="393"/>
                  </a:cubicBezTo>
                  <a:lnTo>
                    <a:pt x="196" y="581"/>
                  </a:lnTo>
                  <a:cubicBezTo>
                    <a:pt x="393" y="384"/>
                    <a:pt x="669" y="268"/>
                    <a:pt x="955" y="2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2"/>
            <p:cNvSpPr/>
            <p:nvPr/>
          </p:nvSpPr>
          <p:spPr>
            <a:xfrm>
              <a:off x="7011228" y="4012072"/>
              <a:ext cx="121252" cy="45510"/>
            </a:xfrm>
            <a:custGeom>
              <a:avLst/>
              <a:gdLst/>
              <a:ahLst/>
              <a:cxnLst/>
              <a:rect l="l" t="t" r="r" b="b"/>
              <a:pathLst>
                <a:path w="1143" h="429" extrusionOk="0">
                  <a:moveTo>
                    <a:pt x="1" y="241"/>
                  </a:moveTo>
                  <a:lnTo>
                    <a:pt x="188" y="428"/>
                  </a:lnTo>
                  <a:cubicBezTo>
                    <a:pt x="295" y="330"/>
                    <a:pt x="429" y="268"/>
                    <a:pt x="572" y="268"/>
                  </a:cubicBezTo>
                  <a:cubicBezTo>
                    <a:pt x="714" y="268"/>
                    <a:pt x="848" y="330"/>
                    <a:pt x="955" y="428"/>
                  </a:cubicBezTo>
                  <a:lnTo>
                    <a:pt x="1143" y="241"/>
                  </a:lnTo>
                  <a:cubicBezTo>
                    <a:pt x="991" y="89"/>
                    <a:pt x="786" y="0"/>
                    <a:pt x="572" y="0"/>
                  </a:cubicBezTo>
                  <a:cubicBezTo>
                    <a:pt x="358" y="0"/>
                    <a:pt x="152" y="89"/>
                    <a:pt x="1" y="2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42"/>
          <p:cNvGrpSpPr/>
          <p:nvPr/>
        </p:nvGrpSpPr>
        <p:grpSpPr>
          <a:xfrm>
            <a:off x="6650589" y="3723363"/>
            <a:ext cx="375775" cy="331293"/>
            <a:chOff x="7542175" y="3962849"/>
            <a:chExt cx="487449" cy="429749"/>
          </a:xfrm>
        </p:grpSpPr>
        <p:sp>
          <p:nvSpPr>
            <p:cNvPr id="725" name="Google Shape;725;p42"/>
            <p:cNvSpPr/>
            <p:nvPr/>
          </p:nvSpPr>
          <p:spPr>
            <a:xfrm>
              <a:off x="7542175" y="4076358"/>
              <a:ext cx="487449" cy="316239"/>
            </a:xfrm>
            <a:custGeom>
              <a:avLst/>
              <a:gdLst/>
              <a:ahLst/>
              <a:cxnLst/>
              <a:rect l="l" t="t" r="r" b="b"/>
              <a:pathLst>
                <a:path w="4595" h="2981" extrusionOk="0">
                  <a:moveTo>
                    <a:pt x="1098" y="1437"/>
                  </a:moveTo>
                  <a:cubicBezTo>
                    <a:pt x="1098" y="1428"/>
                    <a:pt x="1187" y="1214"/>
                    <a:pt x="1383" y="1000"/>
                  </a:cubicBezTo>
                  <a:cubicBezTo>
                    <a:pt x="1633" y="705"/>
                    <a:pt x="1954" y="545"/>
                    <a:pt x="2293" y="545"/>
                  </a:cubicBezTo>
                  <a:cubicBezTo>
                    <a:pt x="2641" y="545"/>
                    <a:pt x="2953" y="705"/>
                    <a:pt x="3212" y="1000"/>
                  </a:cubicBezTo>
                  <a:cubicBezTo>
                    <a:pt x="3399" y="1214"/>
                    <a:pt x="3489" y="1428"/>
                    <a:pt x="3497" y="1437"/>
                  </a:cubicBezTo>
                  <a:lnTo>
                    <a:pt x="3515" y="1490"/>
                  </a:lnTo>
                  <a:lnTo>
                    <a:pt x="3497" y="1544"/>
                  </a:lnTo>
                  <a:cubicBezTo>
                    <a:pt x="3489" y="1553"/>
                    <a:pt x="3399" y="1767"/>
                    <a:pt x="3212" y="1981"/>
                  </a:cubicBezTo>
                  <a:cubicBezTo>
                    <a:pt x="2953" y="2276"/>
                    <a:pt x="2641" y="2427"/>
                    <a:pt x="2293" y="2427"/>
                  </a:cubicBezTo>
                  <a:cubicBezTo>
                    <a:pt x="1954" y="2427"/>
                    <a:pt x="1633" y="2276"/>
                    <a:pt x="1383" y="1981"/>
                  </a:cubicBezTo>
                  <a:cubicBezTo>
                    <a:pt x="1187" y="1767"/>
                    <a:pt x="1098" y="1553"/>
                    <a:pt x="1098" y="1544"/>
                  </a:cubicBezTo>
                  <a:lnTo>
                    <a:pt x="1071" y="1490"/>
                  </a:lnTo>
                  <a:close/>
                  <a:moveTo>
                    <a:pt x="0" y="2980"/>
                  </a:moveTo>
                  <a:lnTo>
                    <a:pt x="4595" y="2980"/>
                  </a:lnTo>
                  <a:lnTo>
                    <a:pt x="459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2"/>
            <p:cNvSpPr/>
            <p:nvPr/>
          </p:nvSpPr>
          <p:spPr>
            <a:xfrm>
              <a:off x="7771209" y="4220207"/>
              <a:ext cx="28430" cy="28537"/>
            </a:xfrm>
            <a:custGeom>
              <a:avLst/>
              <a:gdLst/>
              <a:ahLst/>
              <a:cxnLst/>
              <a:rect l="l" t="t" r="r" b="b"/>
              <a:pathLst>
                <a:path w="268" h="269" extrusionOk="0">
                  <a:moveTo>
                    <a:pt x="134" y="1"/>
                  </a:moveTo>
                  <a:cubicBezTo>
                    <a:pt x="214" y="1"/>
                    <a:pt x="268" y="63"/>
                    <a:pt x="268" y="134"/>
                  </a:cubicBezTo>
                  <a:cubicBezTo>
                    <a:pt x="268" y="206"/>
                    <a:pt x="214" y="268"/>
                    <a:pt x="134" y="268"/>
                  </a:cubicBezTo>
                  <a:cubicBezTo>
                    <a:pt x="63" y="268"/>
                    <a:pt x="0" y="206"/>
                    <a:pt x="0" y="134"/>
                  </a:cubicBezTo>
                  <a:cubicBezTo>
                    <a:pt x="0" y="63"/>
                    <a:pt x="63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2"/>
            <p:cNvSpPr/>
            <p:nvPr/>
          </p:nvSpPr>
          <p:spPr>
            <a:xfrm>
              <a:off x="7686979" y="4162498"/>
              <a:ext cx="196889" cy="143003"/>
            </a:xfrm>
            <a:custGeom>
              <a:avLst/>
              <a:gdLst/>
              <a:ahLst/>
              <a:cxnLst/>
              <a:rect l="l" t="t" r="r" b="b"/>
              <a:pathLst>
                <a:path w="1856" h="1348" extrusionOk="0">
                  <a:moveTo>
                    <a:pt x="928" y="277"/>
                  </a:moveTo>
                  <a:cubicBezTo>
                    <a:pt x="1151" y="277"/>
                    <a:pt x="1339" y="455"/>
                    <a:pt x="1339" y="678"/>
                  </a:cubicBezTo>
                  <a:cubicBezTo>
                    <a:pt x="1339" y="902"/>
                    <a:pt x="1151" y="1080"/>
                    <a:pt x="928" y="1080"/>
                  </a:cubicBezTo>
                  <a:cubicBezTo>
                    <a:pt x="705" y="1080"/>
                    <a:pt x="527" y="902"/>
                    <a:pt x="527" y="678"/>
                  </a:cubicBezTo>
                  <a:cubicBezTo>
                    <a:pt x="527" y="455"/>
                    <a:pt x="705" y="277"/>
                    <a:pt x="928" y="277"/>
                  </a:cubicBezTo>
                  <a:close/>
                  <a:moveTo>
                    <a:pt x="928" y="1348"/>
                  </a:moveTo>
                  <a:cubicBezTo>
                    <a:pt x="1472" y="1348"/>
                    <a:pt x="1776" y="848"/>
                    <a:pt x="1856" y="678"/>
                  </a:cubicBezTo>
                  <a:cubicBezTo>
                    <a:pt x="1820" y="607"/>
                    <a:pt x="1749" y="482"/>
                    <a:pt x="1642" y="357"/>
                  </a:cubicBezTo>
                  <a:cubicBezTo>
                    <a:pt x="1437" y="125"/>
                    <a:pt x="1196" y="0"/>
                    <a:pt x="928" y="0"/>
                  </a:cubicBezTo>
                  <a:cubicBezTo>
                    <a:pt x="393" y="0"/>
                    <a:pt x="90" y="509"/>
                    <a:pt x="0" y="678"/>
                  </a:cubicBezTo>
                  <a:cubicBezTo>
                    <a:pt x="36" y="750"/>
                    <a:pt x="107" y="875"/>
                    <a:pt x="223" y="1000"/>
                  </a:cubicBezTo>
                  <a:cubicBezTo>
                    <a:pt x="429" y="1232"/>
                    <a:pt x="669" y="1348"/>
                    <a:pt x="928" y="1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2"/>
            <p:cNvSpPr/>
            <p:nvPr/>
          </p:nvSpPr>
          <p:spPr>
            <a:xfrm>
              <a:off x="7542175" y="3962849"/>
              <a:ext cx="487449" cy="85292"/>
            </a:xfrm>
            <a:custGeom>
              <a:avLst/>
              <a:gdLst/>
              <a:ahLst/>
              <a:cxnLst/>
              <a:rect l="l" t="t" r="r" b="b"/>
              <a:pathLst>
                <a:path w="4595" h="804" extrusionOk="0">
                  <a:moveTo>
                    <a:pt x="1883" y="535"/>
                  </a:moveTo>
                  <a:lnTo>
                    <a:pt x="1615" y="535"/>
                  </a:lnTo>
                  <a:lnTo>
                    <a:pt x="1615" y="268"/>
                  </a:lnTo>
                  <a:lnTo>
                    <a:pt x="1883" y="268"/>
                  </a:lnTo>
                  <a:close/>
                  <a:moveTo>
                    <a:pt x="1348" y="535"/>
                  </a:moveTo>
                  <a:lnTo>
                    <a:pt x="1080" y="535"/>
                  </a:lnTo>
                  <a:lnTo>
                    <a:pt x="1080" y="268"/>
                  </a:lnTo>
                  <a:lnTo>
                    <a:pt x="1348" y="268"/>
                  </a:lnTo>
                  <a:close/>
                  <a:moveTo>
                    <a:pt x="803" y="535"/>
                  </a:moveTo>
                  <a:lnTo>
                    <a:pt x="536" y="535"/>
                  </a:lnTo>
                  <a:lnTo>
                    <a:pt x="536" y="268"/>
                  </a:lnTo>
                  <a:lnTo>
                    <a:pt x="803" y="268"/>
                  </a:lnTo>
                  <a:close/>
                  <a:moveTo>
                    <a:pt x="0" y="803"/>
                  </a:moveTo>
                  <a:lnTo>
                    <a:pt x="4595" y="803"/>
                  </a:lnTo>
                  <a:lnTo>
                    <a:pt x="45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CE38E5-B3E4-6AD4-BA0E-231493AE59D6}"/>
              </a:ext>
            </a:extLst>
          </p:cNvPr>
          <p:cNvSpPr/>
          <p:nvPr/>
        </p:nvSpPr>
        <p:spPr>
          <a:xfrm>
            <a:off x="2528987" y="1590061"/>
            <a:ext cx="3717010" cy="1837377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6FA63-E97B-F96B-3D3F-3C2F64135C8F}"/>
              </a:ext>
            </a:extLst>
          </p:cNvPr>
          <p:cNvSpPr txBox="1"/>
          <p:nvPr/>
        </p:nvSpPr>
        <p:spPr>
          <a:xfrm>
            <a:off x="2656867" y="1997206"/>
            <a:ext cx="34911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int calculateRiskCost (int distance, int danger, int weight) {</a:t>
            </a:r>
          </a:p>
          <a:p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    return distance + 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  <a:latin typeface="Maven Pro" panose="020B0604020202020204" charset="0"/>
              </a:rPr>
              <a:t>(danger * weight) </a:t>
            </a:r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;</a:t>
            </a:r>
          </a:p>
          <a:p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}</a:t>
            </a:r>
            <a:endParaRPr lang="en-IN" b="1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E461-31FB-5D76-7E6A-3110AF5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117" y="115653"/>
            <a:ext cx="6133171" cy="572700"/>
          </a:xfrm>
        </p:spPr>
        <p:txBody>
          <a:bodyPr/>
          <a:lstStyle/>
          <a:p>
            <a:r>
              <a:rPr lang="en-US" b="1" dirty="0"/>
              <a:t>Modified Dijkstra Algorithm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A98AA-58AF-BE08-40D2-14E684E4F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0022" y="1989291"/>
            <a:ext cx="3098400" cy="1312500"/>
          </a:xfrm>
        </p:spPr>
        <p:txBody>
          <a:bodyPr/>
          <a:lstStyle/>
          <a:p>
            <a:r>
              <a:rPr lang="en-US" dirty="0">
                <a:effectLst>
                  <a:glow rad="127000">
                    <a:schemeClr val="tx1">
                      <a:alpha val="40000"/>
                    </a:schemeClr>
                  </a:glow>
                </a:effectLst>
              </a:rPr>
              <a:t>Uses cost function</a:t>
            </a:r>
          </a:p>
          <a:p>
            <a:r>
              <a:rPr lang="en-US" dirty="0">
                <a:effectLst>
                  <a:glow rad="127000">
                    <a:schemeClr val="tx1">
                      <a:alpha val="40000"/>
                    </a:schemeClr>
                  </a:glow>
                </a:effectLst>
              </a:rPr>
              <a:t>Cost = Distance + ( Danger </a:t>
            </a:r>
            <a:r>
              <a:rPr lang="en-IN" dirty="0">
                <a:effectLst>
                  <a:glow rad="127000">
                    <a:schemeClr val="tx1">
                      <a:alpha val="40000"/>
                    </a:schemeClr>
                  </a:glow>
                </a:effectLst>
              </a:rPr>
              <a:t>× Weight )</a:t>
            </a:r>
          </a:p>
          <a:p>
            <a:r>
              <a:rPr lang="en-IN" dirty="0">
                <a:effectLst>
                  <a:glow rad="127000">
                    <a:schemeClr val="tx1">
                      <a:alpha val="40000"/>
                    </a:schemeClr>
                  </a:glow>
                </a:effectLst>
              </a:rPr>
              <a:t>Chooses safest path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2794251-B949-3104-42A2-C3DBB4F76C6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85580" y="2048763"/>
            <a:ext cx="3098400" cy="1312500"/>
          </a:xfrm>
        </p:spPr>
        <p:txBody>
          <a:bodyPr/>
          <a:lstStyle/>
          <a:p>
            <a:pPr marL="152400" indent="0"/>
            <a:r>
              <a:rPr lang="en-US" dirty="0"/>
              <a:t>Uses distance only</a:t>
            </a:r>
          </a:p>
          <a:p>
            <a:pPr marL="152400" indent="0"/>
            <a:r>
              <a:rPr lang="en-US" dirty="0"/>
              <a:t>Chooses shortest path</a:t>
            </a:r>
          </a:p>
          <a:p>
            <a:pPr marL="152400" indent="0"/>
            <a:r>
              <a:rPr lang="en-US" dirty="0"/>
              <a:t>Ignores risk factor 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E4CDC3-62CE-0D5C-75DB-427F43D582A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27102" y="1099711"/>
            <a:ext cx="3456878" cy="406201"/>
          </a:xfrm>
        </p:spPr>
        <p:txBody>
          <a:bodyPr/>
          <a:lstStyle/>
          <a:p>
            <a:pPr algn="ctr"/>
            <a:r>
              <a:rPr lang="en-US" dirty="0"/>
              <a:t>Traditional Dijkstra</a:t>
            </a: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3446A8D-C3C8-02E0-7D6A-A9D578B23F0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60022" y="1099711"/>
            <a:ext cx="3098400" cy="406200"/>
          </a:xfrm>
        </p:spPr>
        <p:txBody>
          <a:bodyPr/>
          <a:lstStyle/>
          <a:p>
            <a:r>
              <a:rPr lang="en-US" dirty="0"/>
              <a:t>Modified Dijkstra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B93AFE-E3BF-907D-79C7-623F28D8173D}"/>
              </a:ext>
            </a:extLst>
          </p:cNvPr>
          <p:cNvSpPr/>
          <p:nvPr/>
        </p:nvSpPr>
        <p:spPr>
          <a:xfrm>
            <a:off x="2133600" y="3129776"/>
            <a:ext cx="4259766" cy="1568604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int newCost = distance + </a:t>
            </a:r>
            <a:r>
              <a:rPr lang="en-US" b="1" dirty="0">
                <a:solidFill>
                  <a:schemeClr val="accent1"/>
                </a:solidFill>
                <a:latin typeface="Maven Pro" panose="020B0604020202020204" charset="0"/>
              </a:rPr>
              <a:t>(danger * weight) </a:t>
            </a: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;</a:t>
            </a:r>
          </a:p>
          <a:p>
            <a:endParaRPr lang="en-US" dirty="0">
              <a:solidFill>
                <a:schemeClr val="tx1"/>
              </a:solidFill>
              <a:latin typeface="Maven Pro" panose="020B060402020202020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if (newCost &lt; dist[v]) {</a:t>
            </a: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    dist[v] = newCost;</a:t>
            </a: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}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09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D96F-BB1C-4F77-5084-57B4638D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65400"/>
            <a:ext cx="7704000" cy="572700"/>
          </a:xfrm>
        </p:spPr>
        <p:txBody>
          <a:bodyPr/>
          <a:lstStyle/>
          <a:p>
            <a:r>
              <a:rPr lang="en-US" b="1" dirty="0"/>
              <a:t>Output &amp; Results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8B818-EFBA-226E-6AF5-F1568C751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5789" y="1848041"/>
            <a:ext cx="3098400" cy="1475022"/>
          </a:xfrm>
        </p:spPr>
        <p:txBody>
          <a:bodyPr/>
          <a:lstStyle/>
          <a:p>
            <a:r>
              <a:rPr lang="en-US" dirty="0"/>
              <a:t>Path	: A-&gt;C-&gt;D</a:t>
            </a:r>
          </a:p>
          <a:p>
            <a:r>
              <a:rPr lang="en-US" dirty="0"/>
              <a:t>Distance	: 9</a:t>
            </a:r>
          </a:p>
          <a:p>
            <a:r>
              <a:rPr lang="en-US" dirty="0"/>
              <a:t>Danger      : Low</a:t>
            </a:r>
          </a:p>
          <a:p>
            <a:r>
              <a:rPr lang="en-US" dirty="0"/>
              <a:t>Cost	: Lower overall risk</a:t>
            </a:r>
          </a:p>
          <a:p>
            <a:r>
              <a:rPr lang="en-US" dirty="0"/>
              <a:t>Outcome   : Safer route selected</a:t>
            </a:r>
          </a:p>
          <a:p>
            <a:endParaRPr lang="en-US" dirty="0"/>
          </a:p>
          <a:p>
            <a:r>
              <a:rPr lang="en-IN" b="1" dirty="0"/>
              <a:t>A               C              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C535C9D-A937-1CFF-54A6-1FD3B6519BD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5392" y="1915500"/>
            <a:ext cx="3098400" cy="1312500"/>
          </a:xfrm>
        </p:spPr>
        <p:txBody>
          <a:bodyPr/>
          <a:lstStyle/>
          <a:p>
            <a:r>
              <a:rPr lang="en-US" dirty="0"/>
              <a:t>Path	: A-&gt;B-&gt;D</a:t>
            </a:r>
          </a:p>
          <a:p>
            <a:r>
              <a:rPr lang="en-US" dirty="0"/>
              <a:t>Distance    : 7</a:t>
            </a:r>
          </a:p>
          <a:p>
            <a:r>
              <a:rPr lang="en-US" dirty="0"/>
              <a:t>Danger      : High</a:t>
            </a:r>
          </a:p>
          <a:p>
            <a:r>
              <a:rPr lang="en-US" dirty="0"/>
              <a:t>Outcome   : Risky route selected</a:t>
            </a:r>
          </a:p>
          <a:p>
            <a:endParaRPr lang="en-US" dirty="0"/>
          </a:p>
          <a:p>
            <a:r>
              <a:rPr lang="en-US" b="1" dirty="0"/>
              <a:t>A 	          B               D</a:t>
            </a:r>
            <a:endParaRPr lang="en-IN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303AEAD-A281-55EB-38AC-5F2C86F9023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0" y="838100"/>
            <a:ext cx="3098400" cy="783324"/>
          </a:xfrm>
        </p:spPr>
        <p:txBody>
          <a:bodyPr/>
          <a:lstStyle/>
          <a:p>
            <a:pPr algn="ctr"/>
            <a:r>
              <a:rPr lang="en-US" dirty="0"/>
              <a:t>Shortest Path</a:t>
            </a:r>
          </a:p>
          <a:p>
            <a:pPr algn="ctr"/>
            <a:r>
              <a:rPr lang="en-US" dirty="0"/>
              <a:t>(Distance Only)</a:t>
            </a: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BFBBF60-F273-8CCF-B637-74BEDB81255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041779" y="864119"/>
            <a:ext cx="3648731" cy="731285"/>
          </a:xfrm>
        </p:spPr>
        <p:txBody>
          <a:bodyPr/>
          <a:lstStyle/>
          <a:p>
            <a:pPr algn="ctr"/>
            <a:r>
              <a:rPr lang="en-US" dirty="0"/>
              <a:t>Safest Path</a:t>
            </a:r>
          </a:p>
          <a:p>
            <a:pPr algn="ctr"/>
            <a:r>
              <a:rPr lang="en-US" dirty="0"/>
              <a:t>(Modified Algorithm)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F977B4-A330-E702-25FA-BA01D3C759A7}"/>
              </a:ext>
            </a:extLst>
          </p:cNvPr>
          <p:cNvCxnSpPr/>
          <p:nvPr/>
        </p:nvCxnSpPr>
        <p:spPr>
          <a:xfrm>
            <a:off x="617034" y="3010829"/>
            <a:ext cx="5724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092263-244A-E561-D117-98141FD2585A}"/>
              </a:ext>
            </a:extLst>
          </p:cNvPr>
          <p:cNvCxnSpPr/>
          <p:nvPr/>
        </p:nvCxnSpPr>
        <p:spPr>
          <a:xfrm>
            <a:off x="1288185" y="3010829"/>
            <a:ext cx="5724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F0852E-EEB3-F88C-97A2-119A95BB7551}"/>
              </a:ext>
            </a:extLst>
          </p:cNvPr>
          <p:cNvCxnSpPr/>
          <p:nvPr/>
        </p:nvCxnSpPr>
        <p:spPr>
          <a:xfrm>
            <a:off x="5783766" y="3129776"/>
            <a:ext cx="579863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127000">
              <a:srgbClr val="00B050">
                <a:alpha val="2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BEB490-694D-8195-ACAA-D86AB9E20029}"/>
              </a:ext>
            </a:extLst>
          </p:cNvPr>
          <p:cNvCxnSpPr/>
          <p:nvPr/>
        </p:nvCxnSpPr>
        <p:spPr>
          <a:xfrm>
            <a:off x="6463990" y="3129776"/>
            <a:ext cx="579863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127000">
              <a:srgbClr val="00B050">
                <a:alpha val="2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AA3841-E650-99F4-0EC4-AF9B255710DE}"/>
              </a:ext>
            </a:extLst>
          </p:cNvPr>
          <p:cNvSpPr/>
          <p:nvPr/>
        </p:nvSpPr>
        <p:spPr>
          <a:xfrm>
            <a:off x="2700673" y="3884341"/>
            <a:ext cx="3763317" cy="421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Even with longer distance, lower danger leads to a better path</a:t>
            </a:r>
            <a:endParaRPr lang="en-IN" b="1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11BF-CE3C-1BF5-01EC-B21E41DD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380" y="91440"/>
            <a:ext cx="5873160" cy="670560"/>
          </a:xfrm>
        </p:spPr>
        <p:txBody>
          <a:bodyPr/>
          <a:lstStyle/>
          <a:p>
            <a:r>
              <a:rPr lang="en-US" b="1" dirty="0"/>
              <a:t>How the Algorithm Finds the Safest Path</a:t>
            </a:r>
            <a:endParaRPr lang="en-IN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0C243B-A949-0CB3-A53D-BE66A2474F19}"/>
              </a:ext>
            </a:extLst>
          </p:cNvPr>
          <p:cNvSpPr/>
          <p:nvPr/>
        </p:nvSpPr>
        <p:spPr>
          <a:xfrm>
            <a:off x="160020" y="1464945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Start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Initialize source node (A) with cost = 0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96FDD7-9C3A-3016-49AC-794DB5AC0EE4}"/>
              </a:ext>
            </a:extLst>
          </p:cNvPr>
          <p:cNvCxnSpPr>
            <a:cxnSpLocks/>
          </p:cNvCxnSpPr>
          <p:nvPr/>
        </p:nvCxnSpPr>
        <p:spPr>
          <a:xfrm>
            <a:off x="2278380" y="1901190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8BF573-577E-2BD8-5729-1AC571DA379C}"/>
              </a:ext>
            </a:extLst>
          </p:cNvPr>
          <p:cNvSpPr/>
          <p:nvPr/>
        </p:nvSpPr>
        <p:spPr>
          <a:xfrm>
            <a:off x="3133680" y="1464945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Evaluate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Check all neighboring nodes  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72C4C3-8F7E-F05B-2C72-CFCE4B12C2F4}"/>
              </a:ext>
            </a:extLst>
          </p:cNvPr>
          <p:cNvCxnSpPr>
            <a:cxnSpLocks/>
          </p:cNvCxnSpPr>
          <p:nvPr/>
        </p:nvCxnSpPr>
        <p:spPr>
          <a:xfrm>
            <a:off x="5250180" y="1901190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2FCBAF-9808-16A0-C6C9-3ADCC61A0C7B}"/>
              </a:ext>
            </a:extLst>
          </p:cNvPr>
          <p:cNvSpPr/>
          <p:nvPr/>
        </p:nvSpPr>
        <p:spPr>
          <a:xfrm>
            <a:off x="6107340" y="1482090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Compute Cost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Cost = Distance +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 ( Danger </a:t>
            </a:r>
            <a:r>
              <a:rPr lang="en-IN" dirty="0">
                <a:solidFill>
                  <a:schemeClr val="tx1"/>
                </a:solidFill>
              </a:rPr>
              <a:t>× Weight )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408A9B-DD85-B3BC-ECC6-463ECC3D4667}"/>
              </a:ext>
            </a:extLst>
          </p:cNvPr>
          <p:cNvCxnSpPr>
            <a:cxnSpLocks/>
          </p:cNvCxnSpPr>
          <p:nvPr/>
        </p:nvCxnSpPr>
        <p:spPr>
          <a:xfrm>
            <a:off x="7124610" y="2446020"/>
            <a:ext cx="0" cy="6172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649F56-D1B0-82EE-DCED-29C2DE3FF65B}"/>
              </a:ext>
            </a:extLst>
          </p:cNvPr>
          <p:cNvSpPr/>
          <p:nvPr/>
        </p:nvSpPr>
        <p:spPr>
          <a:xfrm>
            <a:off x="6160680" y="3147060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Compare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Select path with minimum cost</a:t>
            </a:r>
            <a:endParaRPr lang="en-IN" b="1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891401-0744-AE8F-8162-CCA4655B9CEC}"/>
              </a:ext>
            </a:extLst>
          </p:cNvPr>
          <p:cNvCxnSpPr/>
          <p:nvPr/>
        </p:nvCxnSpPr>
        <p:spPr>
          <a:xfrm flipH="1">
            <a:off x="5314860" y="3583305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B0E2F1-F814-7FDB-8567-9677E1769B6F}"/>
              </a:ext>
            </a:extLst>
          </p:cNvPr>
          <p:cNvSpPr/>
          <p:nvPr/>
        </p:nvSpPr>
        <p:spPr>
          <a:xfrm>
            <a:off x="3215640" y="3147060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Update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Update values and push into priority queue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067E4A-77D5-A97D-F128-428DBBC761DF}"/>
              </a:ext>
            </a:extLst>
          </p:cNvPr>
          <p:cNvCxnSpPr/>
          <p:nvPr/>
        </p:nvCxnSpPr>
        <p:spPr>
          <a:xfrm flipH="1">
            <a:off x="2341200" y="3592830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FFB759-6274-4F14-FDE1-2377F9C277A2}"/>
              </a:ext>
            </a:extLst>
          </p:cNvPr>
          <p:cNvSpPr/>
          <p:nvPr/>
        </p:nvSpPr>
        <p:spPr>
          <a:xfrm>
            <a:off x="224700" y="3156585"/>
            <a:ext cx="2034540" cy="8724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Result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Safest path determined</a:t>
            </a:r>
            <a:endParaRPr lang="en-IN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3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>
            <a:spLocks noGrp="1"/>
          </p:cNvSpPr>
          <p:nvPr>
            <p:ph type="title"/>
          </p:nvPr>
        </p:nvSpPr>
        <p:spPr>
          <a:xfrm>
            <a:off x="635868" y="965141"/>
            <a:ext cx="5135400" cy="528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Complexity Analysis</a:t>
            </a:r>
            <a:endParaRPr b="1" dirty="0"/>
          </a:p>
        </p:txBody>
      </p:sp>
      <p:sp>
        <p:nvSpPr>
          <p:cNvPr id="399" name="Google Shape;399;p32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</a:rPr>
              <a:t>Time Complexity</a:t>
            </a:r>
            <a:r>
              <a:rPr lang="en-US" sz="1400" dirty="0"/>
              <a:t> : </a:t>
            </a:r>
            <a:r>
              <a:rPr lang="en-US" sz="1400" b="1" dirty="0"/>
              <a:t>O ((V+E) logV)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Reason : Uses priority queue (min-heap).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Modification Impact : No change in complexity, only cost calculation added.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Efficiency : Maintains optimal performance.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dk1"/>
              </a:solidFill>
            </a:endParaRPr>
          </a:p>
        </p:txBody>
      </p:sp>
      <p:grpSp>
        <p:nvGrpSpPr>
          <p:cNvPr id="400" name="Google Shape;400;p32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401" name="Google Shape;401;p32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402;p32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7" name="Google Shape;407;p32"/>
              <p:cNvGrpSpPr/>
              <p:nvPr/>
            </p:nvGrpSpPr>
            <p:grpSpPr>
              <a:xfrm rot="2902359" flipH="1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32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2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2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2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2" name="Google Shape;412;p32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720000" y="3870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Real World Applications</a:t>
            </a:r>
            <a:endParaRPr b="1" dirty="0"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Safer Route Selection</a:t>
            </a:r>
            <a:endParaRPr dirty="0"/>
          </a:p>
        </p:txBody>
      </p:sp>
      <p:sp>
        <p:nvSpPr>
          <p:cNvPr id="507" name="Google Shape;507;p3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Avoiding Dangerous Areas</a:t>
            </a:r>
            <a:endParaRPr dirty="0"/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Risk-Aware Planning</a:t>
            </a:r>
            <a:endParaRPr dirty="0"/>
          </a:p>
        </p:txBody>
      </p:sp>
      <p:sp>
        <p:nvSpPr>
          <p:cNvPr id="509" name="Google Shape;509;p3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strategic safe path finding</a:t>
            </a:r>
            <a:endParaRPr dirty="0"/>
          </a:p>
        </p:txBody>
      </p:sp>
      <p:sp>
        <p:nvSpPr>
          <p:cNvPr id="510" name="Google Shape;510;p3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Navigation Systems</a:t>
            </a:r>
            <a:endParaRPr sz="1400" dirty="0"/>
          </a:p>
        </p:txBody>
      </p:sp>
      <p:sp>
        <p:nvSpPr>
          <p:cNvPr id="511" name="Google Shape;511;p3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Emergency Routing</a:t>
            </a:r>
            <a:endParaRPr sz="1400" dirty="0"/>
          </a:p>
        </p:txBody>
      </p:sp>
      <p:sp>
        <p:nvSpPr>
          <p:cNvPr id="512" name="Google Shape;512;p3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Disaster Management</a:t>
            </a:r>
            <a:endParaRPr sz="1400" dirty="0"/>
          </a:p>
        </p:txBody>
      </p:sp>
      <p:sp>
        <p:nvSpPr>
          <p:cNvPr id="513" name="Google Shape;513;p3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Military / Security</a:t>
            </a:r>
            <a:endParaRPr sz="1400" dirty="0"/>
          </a:p>
        </p:txBody>
      </p:sp>
      <p:sp>
        <p:nvSpPr>
          <p:cNvPr id="514" name="Google Shape;514;p36"/>
          <p:cNvSpPr/>
          <p:nvPr/>
        </p:nvSpPr>
        <p:spPr>
          <a:xfrm>
            <a:off x="884725" y="1187880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6"/>
          <p:cNvSpPr/>
          <p:nvPr/>
        </p:nvSpPr>
        <p:spPr>
          <a:xfrm>
            <a:off x="884725" y="208119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6"/>
          <p:cNvSpPr/>
          <p:nvPr/>
        </p:nvSpPr>
        <p:spPr>
          <a:xfrm>
            <a:off x="884725" y="297454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884725" y="386789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6"/>
          <p:cNvGrpSpPr/>
          <p:nvPr/>
        </p:nvGrpSpPr>
        <p:grpSpPr>
          <a:xfrm>
            <a:off x="1085423" y="1365930"/>
            <a:ext cx="335729" cy="380054"/>
            <a:chOff x="1144715" y="2144793"/>
            <a:chExt cx="430698" cy="487561"/>
          </a:xfrm>
        </p:grpSpPr>
        <p:sp>
          <p:nvSpPr>
            <p:cNvPr id="519" name="Google Shape;519;p36"/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1063261" y="2259305"/>
            <a:ext cx="379967" cy="379976"/>
            <a:chOff x="1116285" y="2741087"/>
            <a:chExt cx="487449" cy="487461"/>
          </a:xfrm>
        </p:grpSpPr>
        <p:sp>
          <p:nvSpPr>
            <p:cNvPr id="528" name="Google Shape;528;p36"/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6"/>
          <p:cNvGrpSpPr/>
          <p:nvPr/>
        </p:nvGrpSpPr>
        <p:grpSpPr>
          <a:xfrm>
            <a:off x="1064750" y="3152658"/>
            <a:ext cx="377072" cy="379976"/>
            <a:chOff x="1118194" y="3337276"/>
            <a:chExt cx="483736" cy="487461"/>
          </a:xfrm>
        </p:grpSpPr>
        <p:sp>
          <p:nvSpPr>
            <p:cNvPr id="533" name="Google Shape;533;p36"/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36"/>
          <p:cNvGrpSpPr/>
          <p:nvPr/>
        </p:nvGrpSpPr>
        <p:grpSpPr>
          <a:xfrm>
            <a:off x="1061773" y="4045587"/>
            <a:ext cx="382199" cy="380717"/>
            <a:chOff x="1114375" y="3933464"/>
            <a:chExt cx="490313" cy="488412"/>
          </a:xfrm>
        </p:grpSpPr>
        <p:sp>
          <p:nvSpPr>
            <p:cNvPr id="537" name="Google Shape;537;p36"/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0"/>
          <p:cNvSpPr txBox="1">
            <a:spLocks noGrp="1"/>
          </p:cNvSpPr>
          <p:nvPr>
            <p:ph type="title"/>
          </p:nvPr>
        </p:nvSpPr>
        <p:spPr>
          <a:xfrm>
            <a:off x="811440" y="3476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D9D9"/>
                </a:solidFill>
              </a:rPr>
              <a:t>Limitations &amp; Challenges</a:t>
            </a:r>
            <a:endParaRPr b="1" dirty="0">
              <a:solidFill>
                <a:srgbClr val="D9D9D9"/>
              </a:solidFill>
            </a:endParaRPr>
          </a:p>
        </p:txBody>
      </p:sp>
      <p:sp>
        <p:nvSpPr>
          <p:cNvPr id="629" name="Google Shape;629;p40"/>
          <p:cNvSpPr txBox="1"/>
          <p:nvPr/>
        </p:nvSpPr>
        <p:spPr>
          <a:xfrm>
            <a:off x="714225" y="4242000"/>
            <a:ext cx="771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3199461" y="2210908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5622521" y="1946110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Weight selection affects results</a:t>
            </a: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1143885" y="1946110"/>
            <a:ext cx="166772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Depends on accurate danger data</a:t>
            </a: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4" name="Google Shape;634;p40"/>
          <p:cNvSpPr txBox="1"/>
          <p:nvPr/>
        </p:nvSpPr>
        <p:spPr>
          <a:xfrm>
            <a:off x="984761" y="2210908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1505249" y="1343033"/>
            <a:ext cx="945000" cy="4062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6" name="Google Shape;636;p40"/>
          <p:cNvSpPr txBox="1"/>
          <p:nvPr/>
        </p:nvSpPr>
        <p:spPr>
          <a:xfrm>
            <a:off x="6043961" y="1375530"/>
            <a:ext cx="945000" cy="406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2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3199461" y="3692711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5622521" y="3452202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Not suitable if only speed matters</a:t>
            </a: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984649" y="3477401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May Increase path length</a:t>
            </a:r>
            <a:endParaRPr sz="12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984761" y="3692711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1" name="Google Shape;641;p40"/>
          <p:cNvSpPr txBox="1"/>
          <p:nvPr/>
        </p:nvSpPr>
        <p:spPr>
          <a:xfrm>
            <a:off x="1505261" y="2874412"/>
            <a:ext cx="945000" cy="406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3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2" name="Google Shape;642;p40"/>
          <p:cNvSpPr txBox="1"/>
          <p:nvPr/>
        </p:nvSpPr>
        <p:spPr>
          <a:xfrm>
            <a:off x="6043961" y="2868054"/>
            <a:ext cx="945000" cy="4062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4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"/>
          <p:cNvSpPr txBox="1">
            <a:spLocks noGrp="1"/>
          </p:cNvSpPr>
          <p:nvPr>
            <p:ph type="subTitle" idx="5"/>
          </p:nvPr>
        </p:nvSpPr>
        <p:spPr>
          <a:xfrm>
            <a:off x="9316350" y="326891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5" name="Google Shape;545;p37"/>
          <p:cNvSpPr txBox="1">
            <a:spLocks noGrp="1"/>
          </p:cNvSpPr>
          <p:nvPr>
            <p:ph type="subTitle" idx="6"/>
          </p:nvPr>
        </p:nvSpPr>
        <p:spPr>
          <a:xfrm>
            <a:off x="9384329" y="326891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6" name="Google Shape;546;p37"/>
          <p:cNvSpPr txBox="1">
            <a:spLocks noGrp="1"/>
          </p:cNvSpPr>
          <p:nvPr>
            <p:ph type="title"/>
          </p:nvPr>
        </p:nvSpPr>
        <p:spPr>
          <a:xfrm>
            <a:off x="835000" y="3558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From Shortest to Safest</a:t>
            </a:r>
            <a:endParaRPr b="1" dirty="0"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1"/>
          </p:nvPr>
        </p:nvSpPr>
        <p:spPr>
          <a:xfrm>
            <a:off x="-2155500" y="235758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2"/>
          </p:nvPr>
        </p:nvSpPr>
        <p:spPr>
          <a:xfrm>
            <a:off x="9316398" y="326891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9" name="Google Shape;549;p37"/>
          <p:cNvSpPr txBox="1">
            <a:spLocks noGrp="1"/>
          </p:cNvSpPr>
          <p:nvPr>
            <p:ph type="subTitle" idx="3"/>
          </p:nvPr>
        </p:nvSpPr>
        <p:spPr>
          <a:xfrm>
            <a:off x="9316398" y="432131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0" name="Google Shape;550;p37"/>
          <p:cNvSpPr txBox="1">
            <a:spLocks noGrp="1"/>
          </p:cNvSpPr>
          <p:nvPr>
            <p:ph type="subTitle" idx="4"/>
          </p:nvPr>
        </p:nvSpPr>
        <p:spPr>
          <a:xfrm>
            <a:off x="-2155500" y="1275300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1" name="Google Shape;551;p37"/>
          <p:cNvSpPr txBox="1">
            <a:spLocks noGrp="1"/>
          </p:cNvSpPr>
          <p:nvPr>
            <p:ph type="subTitle" idx="7"/>
          </p:nvPr>
        </p:nvSpPr>
        <p:spPr>
          <a:xfrm>
            <a:off x="3387809" y="13515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Our Approach optimizes safety</a:t>
            </a:r>
            <a:endParaRPr sz="1400" dirty="0"/>
          </a:p>
        </p:txBody>
      </p:sp>
      <p:sp>
        <p:nvSpPr>
          <p:cNvPr id="552" name="Google Shape;552;p37"/>
          <p:cNvSpPr txBox="1">
            <a:spLocks noGrp="1"/>
          </p:cNvSpPr>
          <p:nvPr>
            <p:ph type="subTitle" idx="8"/>
          </p:nvPr>
        </p:nvSpPr>
        <p:spPr>
          <a:xfrm>
            <a:off x="-2155500" y="4227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3" name="Google Shape;553;p37"/>
          <p:cNvSpPr txBox="1">
            <a:spLocks noGrp="1"/>
          </p:cNvSpPr>
          <p:nvPr>
            <p:ph type="subTitle" idx="9"/>
          </p:nvPr>
        </p:nvSpPr>
        <p:spPr>
          <a:xfrm>
            <a:off x="5756192" y="1351500"/>
            <a:ext cx="3250648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Combines distance + danger into cost</a:t>
            </a:r>
            <a:endParaRPr sz="1400" dirty="0"/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13"/>
          </p:nvPr>
        </p:nvSpPr>
        <p:spPr>
          <a:xfrm>
            <a:off x="5467697" y="2805630"/>
            <a:ext cx="2155500" cy="9265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Transforms pathfinding into risk aware decision-making</a:t>
            </a:r>
            <a:endParaRPr lang="en-IN" sz="1400" dirty="0"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14"/>
          </p:nvPr>
        </p:nvSpPr>
        <p:spPr>
          <a:xfrm>
            <a:off x="669336" y="156678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Traditional Algorithm optimize distance.</a:t>
            </a:r>
            <a:endParaRPr sz="1400" dirty="0"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15"/>
          </p:nvPr>
        </p:nvSpPr>
        <p:spPr>
          <a:xfrm>
            <a:off x="1998998" y="2966096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Enables smarter real-world routing</a:t>
            </a:r>
            <a:endParaRPr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"/>
          <p:cNvSpPr txBox="1">
            <a:spLocks noGrp="1"/>
          </p:cNvSpPr>
          <p:nvPr>
            <p:ph type="title"/>
          </p:nvPr>
        </p:nvSpPr>
        <p:spPr>
          <a:xfrm>
            <a:off x="355693" y="171341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Future Enhancements</a:t>
            </a:r>
            <a:endParaRPr sz="2800" b="1" dirty="0"/>
          </a:p>
        </p:txBody>
      </p:sp>
      <p:sp>
        <p:nvSpPr>
          <p:cNvPr id="421" name="Google Shape;421;p33"/>
          <p:cNvSpPr txBox="1">
            <a:spLocks noGrp="1"/>
          </p:cNvSpPr>
          <p:nvPr>
            <p:ph type="title" idx="2"/>
          </p:nvPr>
        </p:nvSpPr>
        <p:spPr>
          <a:xfrm>
            <a:off x="9388371" y="984494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2" name="Google Shape;422;p33"/>
          <p:cNvGrpSpPr/>
          <p:nvPr/>
        </p:nvGrpSpPr>
        <p:grpSpPr>
          <a:xfrm>
            <a:off x="243563" y="319103"/>
            <a:ext cx="3660803" cy="4166640"/>
            <a:chOff x="243563" y="319103"/>
            <a:chExt cx="3660803" cy="4166640"/>
          </a:xfrm>
        </p:grpSpPr>
        <p:sp>
          <p:nvSpPr>
            <p:cNvPr id="423" name="Google Shape;423;p33"/>
            <p:cNvSpPr/>
            <p:nvPr/>
          </p:nvSpPr>
          <p:spPr>
            <a:xfrm>
              <a:off x="2529328" y="38256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1559780" y="213514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2569847" y="499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243563" y="741118"/>
              <a:ext cx="3660803" cy="3661276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B47F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2971190" y="11770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2569848" y="3057452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766354" y="3191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569022" y="1427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1" name="Google Shape;431;p33"/>
            <p:cNvGrpSpPr/>
            <p:nvPr/>
          </p:nvGrpSpPr>
          <p:grpSpPr>
            <a:xfrm>
              <a:off x="503374" y="1310912"/>
              <a:ext cx="3057581" cy="2521892"/>
              <a:chOff x="4567123" y="4074875"/>
              <a:chExt cx="946034" cy="780288"/>
            </a:xfrm>
          </p:grpSpPr>
          <p:sp>
            <p:nvSpPr>
              <p:cNvPr id="432" name="Google Shape;432;p33"/>
              <p:cNvSpPr/>
              <p:nvPr/>
            </p:nvSpPr>
            <p:spPr>
              <a:xfrm>
                <a:off x="4698056" y="4427347"/>
                <a:ext cx="736013" cy="427816"/>
              </a:xfrm>
              <a:custGeom>
                <a:avLst/>
                <a:gdLst/>
                <a:ahLst/>
                <a:cxnLst/>
                <a:rect l="l" t="t" r="r" b="b"/>
                <a:pathLst>
                  <a:path w="16853" h="9796" extrusionOk="0">
                    <a:moveTo>
                      <a:pt x="10233" y="152"/>
                    </a:moveTo>
                    <a:lnTo>
                      <a:pt x="491" y="5790"/>
                    </a:lnTo>
                    <a:lnTo>
                      <a:pt x="491" y="5674"/>
                    </a:lnTo>
                    <a:lnTo>
                      <a:pt x="0" y="5674"/>
                    </a:lnTo>
                    <a:lnTo>
                      <a:pt x="0" y="6281"/>
                    </a:lnTo>
                    <a:lnTo>
                      <a:pt x="0" y="6281"/>
                    </a:lnTo>
                    <a:cubicBezTo>
                      <a:pt x="9" y="6379"/>
                      <a:pt x="63" y="6459"/>
                      <a:pt x="179" y="6522"/>
                    </a:cubicBezTo>
                    <a:lnTo>
                      <a:pt x="179" y="6522"/>
                    </a:lnTo>
                    <a:lnTo>
                      <a:pt x="5594" y="9644"/>
                    </a:lnTo>
                    <a:cubicBezTo>
                      <a:pt x="5852" y="9796"/>
                      <a:pt x="6316" y="9769"/>
                      <a:pt x="6620" y="9599"/>
                    </a:cubicBezTo>
                    <a:lnTo>
                      <a:pt x="6620" y="9599"/>
                    </a:lnTo>
                    <a:lnTo>
                      <a:pt x="16602" y="3810"/>
                    </a:lnTo>
                    <a:cubicBezTo>
                      <a:pt x="16763" y="3721"/>
                      <a:pt x="16843" y="3605"/>
                      <a:pt x="16852" y="3489"/>
                    </a:cubicBezTo>
                    <a:lnTo>
                      <a:pt x="16852" y="3489"/>
                    </a:lnTo>
                    <a:lnTo>
                      <a:pt x="16852" y="3489"/>
                    </a:lnTo>
                    <a:lnTo>
                      <a:pt x="16852" y="2900"/>
                    </a:lnTo>
                    <a:lnTo>
                      <a:pt x="16442" y="2900"/>
                    </a:lnTo>
                    <a:lnTo>
                      <a:pt x="16442" y="3087"/>
                    </a:lnTo>
                    <a:lnTo>
                      <a:pt x="11259" y="108"/>
                    </a:lnTo>
                    <a:cubicBezTo>
                      <a:pt x="11134" y="36"/>
                      <a:pt x="10982" y="0"/>
                      <a:pt x="10813" y="0"/>
                    </a:cubicBezTo>
                    <a:lnTo>
                      <a:pt x="10813" y="0"/>
                    </a:lnTo>
                    <a:cubicBezTo>
                      <a:pt x="10607" y="0"/>
                      <a:pt x="10393" y="54"/>
                      <a:pt x="10233" y="1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3"/>
              <p:cNvSpPr/>
              <p:nvPr/>
            </p:nvSpPr>
            <p:spPr>
              <a:xfrm>
                <a:off x="4694125" y="4401973"/>
                <a:ext cx="743437" cy="425589"/>
              </a:xfrm>
              <a:custGeom>
                <a:avLst/>
                <a:gdLst/>
                <a:ahLst/>
                <a:cxnLst/>
                <a:rect l="l" t="t" r="r" b="b"/>
                <a:pathLst>
                  <a:path w="17023" h="9745" extrusionOk="0">
                    <a:moveTo>
                      <a:pt x="10909" y="0"/>
                    </a:moveTo>
                    <a:cubicBezTo>
                      <a:pt x="10704" y="0"/>
                      <a:pt x="10487" y="50"/>
                      <a:pt x="10314" y="144"/>
                    </a:cubicBezTo>
                    <a:lnTo>
                      <a:pt x="340" y="5934"/>
                    </a:lnTo>
                    <a:cubicBezTo>
                      <a:pt x="37" y="6112"/>
                      <a:pt x="1" y="6371"/>
                      <a:pt x="260" y="6523"/>
                    </a:cubicBezTo>
                    <a:lnTo>
                      <a:pt x="5684" y="9645"/>
                    </a:lnTo>
                    <a:cubicBezTo>
                      <a:pt x="5799" y="9713"/>
                      <a:pt x="5954" y="9745"/>
                      <a:pt x="6118" y="9745"/>
                    </a:cubicBezTo>
                    <a:cubicBezTo>
                      <a:pt x="6323" y="9745"/>
                      <a:pt x="6541" y="9695"/>
                      <a:pt x="6710" y="9601"/>
                    </a:cubicBezTo>
                    <a:lnTo>
                      <a:pt x="16692" y="3811"/>
                    </a:lnTo>
                    <a:cubicBezTo>
                      <a:pt x="16996" y="3632"/>
                      <a:pt x="17022" y="3374"/>
                      <a:pt x="16764" y="3222"/>
                    </a:cubicBezTo>
                    <a:lnTo>
                      <a:pt x="11349" y="100"/>
                    </a:lnTo>
                    <a:cubicBezTo>
                      <a:pt x="11230" y="32"/>
                      <a:pt x="11073" y="0"/>
                      <a:pt x="10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3"/>
              <p:cNvSpPr/>
              <p:nvPr/>
            </p:nvSpPr>
            <p:spPr>
              <a:xfrm>
                <a:off x="4721028" y="4421888"/>
                <a:ext cx="680680" cy="392004"/>
              </a:xfrm>
              <a:custGeom>
                <a:avLst/>
                <a:gdLst/>
                <a:ahLst/>
                <a:cxnLst/>
                <a:rect l="l" t="t" r="r" b="b"/>
                <a:pathLst>
                  <a:path w="15586" h="8976" extrusionOk="0">
                    <a:moveTo>
                      <a:pt x="9716" y="90"/>
                    </a:moveTo>
                    <a:lnTo>
                      <a:pt x="206" y="5603"/>
                    </a:lnTo>
                    <a:cubicBezTo>
                      <a:pt x="18" y="5710"/>
                      <a:pt x="1" y="5871"/>
                      <a:pt x="161" y="5960"/>
                    </a:cubicBezTo>
                    <a:lnTo>
                      <a:pt x="161" y="5960"/>
                    </a:lnTo>
                    <a:lnTo>
                      <a:pt x="5255" y="8886"/>
                    </a:lnTo>
                    <a:cubicBezTo>
                      <a:pt x="5416" y="8975"/>
                      <a:pt x="5692" y="8966"/>
                      <a:pt x="5871" y="8859"/>
                    </a:cubicBezTo>
                    <a:lnTo>
                      <a:pt x="5871" y="8859"/>
                    </a:lnTo>
                    <a:lnTo>
                      <a:pt x="15380" y="3346"/>
                    </a:lnTo>
                    <a:cubicBezTo>
                      <a:pt x="15568" y="3239"/>
                      <a:pt x="15586" y="3087"/>
                      <a:pt x="15425" y="2989"/>
                    </a:cubicBezTo>
                    <a:lnTo>
                      <a:pt x="15425" y="2989"/>
                    </a:lnTo>
                    <a:lnTo>
                      <a:pt x="10331" y="63"/>
                    </a:lnTo>
                    <a:cubicBezTo>
                      <a:pt x="10260" y="18"/>
                      <a:pt x="10171" y="1"/>
                      <a:pt x="10063" y="1"/>
                    </a:cubicBezTo>
                    <a:lnTo>
                      <a:pt x="10063" y="1"/>
                    </a:lnTo>
                    <a:cubicBezTo>
                      <a:pt x="9948" y="1"/>
                      <a:pt x="9814" y="36"/>
                      <a:pt x="9716" y="90"/>
                    </a:cubicBezTo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3"/>
              <p:cNvSpPr/>
              <p:nvPr/>
            </p:nvSpPr>
            <p:spPr>
              <a:xfrm>
                <a:off x="5275853" y="4472374"/>
                <a:ext cx="36641" cy="20220"/>
              </a:xfrm>
              <a:custGeom>
                <a:avLst/>
                <a:gdLst/>
                <a:ahLst/>
                <a:cxnLst/>
                <a:rect l="l" t="t" r="r" b="b"/>
                <a:pathLst>
                  <a:path w="839" h="463" extrusionOk="0">
                    <a:moveTo>
                      <a:pt x="127" y="1"/>
                    </a:moveTo>
                    <a:cubicBezTo>
                      <a:pt x="99" y="1"/>
                      <a:pt x="69" y="7"/>
                      <a:pt x="45" y="22"/>
                    </a:cubicBezTo>
                    <a:cubicBezTo>
                      <a:pt x="9" y="40"/>
                      <a:pt x="0" y="76"/>
                      <a:pt x="36" y="102"/>
                    </a:cubicBezTo>
                    <a:lnTo>
                      <a:pt x="651" y="450"/>
                    </a:lnTo>
                    <a:cubicBezTo>
                      <a:pt x="667" y="458"/>
                      <a:pt x="689" y="463"/>
                      <a:pt x="711" y="463"/>
                    </a:cubicBezTo>
                    <a:cubicBezTo>
                      <a:pt x="738" y="463"/>
                      <a:pt x="766" y="456"/>
                      <a:pt x="785" y="441"/>
                    </a:cubicBezTo>
                    <a:cubicBezTo>
                      <a:pt x="830" y="424"/>
                      <a:pt x="839" y="379"/>
                      <a:pt x="794" y="361"/>
                    </a:cubicBezTo>
                    <a:lnTo>
                      <a:pt x="187" y="13"/>
                    </a:lnTo>
                    <a:cubicBezTo>
                      <a:pt x="171" y="5"/>
                      <a:pt x="150" y="1"/>
                      <a:pt x="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3"/>
              <p:cNvSpPr/>
              <p:nvPr/>
            </p:nvSpPr>
            <p:spPr>
              <a:xfrm>
                <a:off x="5353373" y="4514693"/>
                <a:ext cx="17163" cy="9215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11" extrusionOk="0">
                    <a:moveTo>
                      <a:pt x="192" y="1"/>
                    </a:moveTo>
                    <a:cubicBezTo>
                      <a:pt x="145" y="1"/>
                      <a:pt x="99" y="12"/>
                      <a:pt x="63" y="34"/>
                    </a:cubicBezTo>
                    <a:cubicBezTo>
                      <a:pt x="0" y="70"/>
                      <a:pt x="0" y="141"/>
                      <a:pt x="63" y="177"/>
                    </a:cubicBezTo>
                    <a:cubicBezTo>
                      <a:pt x="99" y="199"/>
                      <a:pt x="145" y="211"/>
                      <a:pt x="192" y="211"/>
                    </a:cubicBezTo>
                    <a:cubicBezTo>
                      <a:pt x="239" y="211"/>
                      <a:pt x="286" y="199"/>
                      <a:pt x="322" y="177"/>
                    </a:cubicBezTo>
                    <a:cubicBezTo>
                      <a:pt x="393" y="141"/>
                      <a:pt x="393" y="70"/>
                      <a:pt x="322" y="34"/>
                    </a:cubicBezTo>
                    <a:cubicBezTo>
                      <a:pt x="286" y="12"/>
                      <a:pt x="239" y="1"/>
                      <a:pt x="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3"/>
              <p:cNvSpPr/>
              <p:nvPr/>
            </p:nvSpPr>
            <p:spPr>
              <a:xfrm>
                <a:off x="5333895" y="4601821"/>
                <a:ext cx="46380" cy="3327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762" extrusionOk="0">
                    <a:moveTo>
                      <a:pt x="1007" y="1"/>
                    </a:moveTo>
                    <a:cubicBezTo>
                      <a:pt x="996" y="1"/>
                      <a:pt x="984" y="4"/>
                      <a:pt x="973" y="11"/>
                    </a:cubicBezTo>
                    <a:lnTo>
                      <a:pt x="90" y="519"/>
                    </a:lnTo>
                    <a:cubicBezTo>
                      <a:pt x="45" y="555"/>
                      <a:pt x="0" y="627"/>
                      <a:pt x="0" y="689"/>
                    </a:cubicBezTo>
                    <a:cubicBezTo>
                      <a:pt x="0" y="735"/>
                      <a:pt x="25" y="762"/>
                      <a:pt x="55" y="762"/>
                    </a:cubicBezTo>
                    <a:cubicBezTo>
                      <a:pt x="66" y="762"/>
                      <a:pt x="78" y="758"/>
                      <a:pt x="90" y="751"/>
                    </a:cubicBezTo>
                    <a:lnTo>
                      <a:pt x="973" y="234"/>
                    </a:lnTo>
                    <a:cubicBezTo>
                      <a:pt x="1017" y="207"/>
                      <a:pt x="1062" y="136"/>
                      <a:pt x="1062" y="73"/>
                    </a:cubicBezTo>
                    <a:cubicBezTo>
                      <a:pt x="1062" y="27"/>
                      <a:pt x="1038" y="1"/>
                      <a:pt x="10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3"/>
              <p:cNvSpPr/>
              <p:nvPr/>
            </p:nvSpPr>
            <p:spPr>
              <a:xfrm>
                <a:off x="5275067" y="4636105"/>
                <a:ext cx="45987" cy="3323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761" extrusionOk="0">
                    <a:moveTo>
                      <a:pt x="1005" y="1"/>
                    </a:moveTo>
                    <a:cubicBezTo>
                      <a:pt x="995" y="1"/>
                      <a:pt x="984" y="4"/>
                      <a:pt x="973" y="11"/>
                    </a:cubicBezTo>
                    <a:lnTo>
                      <a:pt x="89" y="520"/>
                    </a:lnTo>
                    <a:cubicBezTo>
                      <a:pt x="36" y="546"/>
                      <a:pt x="0" y="618"/>
                      <a:pt x="0" y="680"/>
                    </a:cubicBezTo>
                    <a:cubicBezTo>
                      <a:pt x="0" y="728"/>
                      <a:pt x="21" y="760"/>
                      <a:pt x="56" y="760"/>
                    </a:cubicBezTo>
                    <a:cubicBezTo>
                      <a:pt x="66" y="760"/>
                      <a:pt x="77" y="758"/>
                      <a:pt x="89" y="751"/>
                    </a:cubicBezTo>
                    <a:lnTo>
                      <a:pt x="973" y="234"/>
                    </a:lnTo>
                    <a:cubicBezTo>
                      <a:pt x="1017" y="207"/>
                      <a:pt x="1053" y="136"/>
                      <a:pt x="1053" y="73"/>
                    </a:cubicBezTo>
                    <a:cubicBezTo>
                      <a:pt x="1053" y="27"/>
                      <a:pt x="1033" y="1"/>
                      <a:pt x="10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3"/>
              <p:cNvSpPr/>
              <p:nvPr/>
            </p:nvSpPr>
            <p:spPr>
              <a:xfrm>
                <a:off x="4790381" y="4744021"/>
                <a:ext cx="46031" cy="33235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761" extrusionOk="0">
                    <a:moveTo>
                      <a:pt x="48" y="1"/>
                    </a:moveTo>
                    <a:cubicBezTo>
                      <a:pt x="20" y="1"/>
                      <a:pt x="0" y="27"/>
                      <a:pt x="0" y="74"/>
                    </a:cubicBezTo>
                    <a:cubicBezTo>
                      <a:pt x="0" y="136"/>
                      <a:pt x="36" y="207"/>
                      <a:pt x="81" y="234"/>
                    </a:cubicBezTo>
                    <a:lnTo>
                      <a:pt x="973" y="752"/>
                    </a:lnTo>
                    <a:cubicBezTo>
                      <a:pt x="983" y="758"/>
                      <a:pt x="993" y="761"/>
                      <a:pt x="1002" y="761"/>
                    </a:cubicBezTo>
                    <a:cubicBezTo>
                      <a:pt x="1032" y="761"/>
                      <a:pt x="1053" y="728"/>
                      <a:pt x="1053" y="680"/>
                    </a:cubicBezTo>
                    <a:cubicBezTo>
                      <a:pt x="1053" y="618"/>
                      <a:pt x="1017" y="546"/>
                      <a:pt x="973" y="520"/>
                    </a:cubicBezTo>
                    <a:lnTo>
                      <a:pt x="81" y="11"/>
                    </a:lnTo>
                    <a:cubicBezTo>
                      <a:pt x="69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0" name="Google Shape;440;p33"/>
              <p:cNvGrpSpPr/>
              <p:nvPr/>
            </p:nvGrpSpPr>
            <p:grpSpPr>
              <a:xfrm>
                <a:off x="4742175" y="4074875"/>
                <a:ext cx="533679" cy="414643"/>
                <a:chOff x="3186425" y="4160625"/>
                <a:chExt cx="533679" cy="414643"/>
              </a:xfrm>
            </p:grpSpPr>
            <p:grpSp>
              <p:nvGrpSpPr>
                <p:cNvPr id="441" name="Google Shape;441;p33"/>
                <p:cNvGrpSpPr/>
                <p:nvPr/>
              </p:nvGrpSpPr>
              <p:grpSpPr>
                <a:xfrm>
                  <a:off x="3248670" y="4212301"/>
                  <a:ext cx="409169" cy="311298"/>
                  <a:chOff x="3248670" y="4212301"/>
                  <a:chExt cx="409169" cy="311298"/>
                </a:xfrm>
              </p:grpSpPr>
              <p:sp>
                <p:nvSpPr>
                  <p:cNvPr id="442" name="Google Shape;442;p33"/>
                  <p:cNvSpPr/>
                  <p:nvPr/>
                </p:nvSpPr>
                <p:spPr>
                  <a:xfrm>
                    <a:off x="3249849" y="4212301"/>
                    <a:ext cx="337457" cy="246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7" h="5639" extrusionOk="0">
                        <a:moveTo>
                          <a:pt x="7726" y="1303"/>
                        </a:moveTo>
                        <a:cubicBezTo>
                          <a:pt x="7682" y="1187"/>
                          <a:pt x="7637" y="1124"/>
                          <a:pt x="7584" y="1008"/>
                        </a:cubicBezTo>
                        <a:cubicBezTo>
                          <a:pt x="7432" y="696"/>
                          <a:pt x="7209" y="393"/>
                          <a:pt x="6852" y="294"/>
                        </a:cubicBezTo>
                        <a:cubicBezTo>
                          <a:pt x="6549" y="205"/>
                          <a:pt x="6228" y="286"/>
                          <a:pt x="5915" y="312"/>
                        </a:cubicBezTo>
                        <a:cubicBezTo>
                          <a:pt x="5398" y="348"/>
                          <a:pt x="4889" y="250"/>
                          <a:pt x="4381" y="161"/>
                        </a:cubicBezTo>
                        <a:cubicBezTo>
                          <a:pt x="3872" y="71"/>
                          <a:pt x="3346" y="0"/>
                          <a:pt x="2838" y="98"/>
                        </a:cubicBezTo>
                        <a:cubicBezTo>
                          <a:pt x="2338" y="205"/>
                          <a:pt x="1847" y="509"/>
                          <a:pt x="1651" y="990"/>
                        </a:cubicBezTo>
                        <a:cubicBezTo>
                          <a:pt x="1473" y="1436"/>
                          <a:pt x="750" y="1677"/>
                          <a:pt x="527" y="2105"/>
                        </a:cubicBezTo>
                        <a:cubicBezTo>
                          <a:pt x="286" y="2578"/>
                          <a:pt x="545" y="3096"/>
                          <a:pt x="277" y="3560"/>
                        </a:cubicBezTo>
                        <a:cubicBezTo>
                          <a:pt x="1" y="4032"/>
                          <a:pt x="117" y="4675"/>
                          <a:pt x="482" y="5085"/>
                        </a:cubicBezTo>
                        <a:cubicBezTo>
                          <a:pt x="741" y="5370"/>
                          <a:pt x="1080" y="5549"/>
                          <a:pt x="1455" y="5638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chemeClr val="accent1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3" name="Google Shape;443;p33"/>
                  <p:cNvSpPr/>
                  <p:nvPr/>
                </p:nvSpPr>
                <p:spPr>
                  <a:xfrm>
                    <a:off x="3304790" y="4265276"/>
                    <a:ext cx="353048" cy="2583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84" h="5915" extrusionOk="0">
                        <a:moveTo>
                          <a:pt x="7164" y="72"/>
                        </a:moveTo>
                        <a:cubicBezTo>
                          <a:pt x="6879" y="0"/>
                          <a:pt x="6566" y="72"/>
                          <a:pt x="6281" y="152"/>
                        </a:cubicBezTo>
                        <a:cubicBezTo>
                          <a:pt x="5995" y="241"/>
                          <a:pt x="5710" y="348"/>
                          <a:pt x="5407" y="366"/>
                        </a:cubicBezTo>
                        <a:cubicBezTo>
                          <a:pt x="5050" y="384"/>
                          <a:pt x="4693" y="259"/>
                          <a:pt x="4336" y="188"/>
                        </a:cubicBezTo>
                        <a:cubicBezTo>
                          <a:pt x="3988" y="107"/>
                          <a:pt x="3587" y="90"/>
                          <a:pt x="3292" y="295"/>
                        </a:cubicBezTo>
                        <a:cubicBezTo>
                          <a:pt x="3007" y="491"/>
                          <a:pt x="2481" y="589"/>
                          <a:pt x="2240" y="839"/>
                        </a:cubicBezTo>
                        <a:cubicBezTo>
                          <a:pt x="1954" y="1124"/>
                          <a:pt x="1927" y="1490"/>
                          <a:pt x="1562" y="1669"/>
                        </a:cubicBezTo>
                        <a:cubicBezTo>
                          <a:pt x="884" y="1990"/>
                          <a:pt x="313" y="2596"/>
                          <a:pt x="152" y="3337"/>
                        </a:cubicBezTo>
                        <a:cubicBezTo>
                          <a:pt x="1" y="4068"/>
                          <a:pt x="340" y="4925"/>
                          <a:pt x="1018" y="5246"/>
                        </a:cubicBezTo>
                        <a:cubicBezTo>
                          <a:pt x="1374" y="5406"/>
                          <a:pt x="1776" y="5424"/>
                          <a:pt x="2151" y="5540"/>
                        </a:cubicBezTo>
                        <a:cubicBezTo>
                          <a:pt x="2454" y="5629"/>
                          <a:pt x="2739" y="5781"/>
                          <a:pt x="3060" y="5835"/>
                        </a:cubicBezTo>
                        <a:cubicBezTo>
                          <a:pt x="3596" y="5915"/>
                          <a:pt x="4131" y="5665"/>
                          <a:pt x="4568" y="5335"/>
                        </a:cubicBezTo>
                        <a:cubicBezTo>
                          <a:pt x="5005" y="5014"/>
                          <a:pt x="5380" y="4604"/>
                          <a:pt x="5826" y="4300"/>
                        </a:cubicBezTo>
                        <a:cubicBezTo>
                          <a:pt x="6138" y="4077"/>
                          <a:pt x="6495" y="3899"/>
                          <a:pt x="6789" y="3649"/>
                        </a:cubicBezTo>
                        <a:cubicBezTo>
                          <a:pt x="7012" y="3453"/>
                          <a:pt x="7200" y="3203"/>
                          <a:pt x="7387" y="2962"/>
                        </a:cubicBezTo>
                        <a:cubicBezTo>
                          <a:pt x="7664" y="2596"/>
                          <a:pt x="7949" y="2204"/>
                          <a:pt x="8012" y="1749"/>
                        </a:cubicBezTo>
                        <a:cubicBezTo>
                          <a:pt x="8083" y="1196"/>
                          <a:pt x="7780" y="223"/>
                          <a:pt x="7164" y="72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chemeClr val="accent1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4" name="Google Shape;444;p33"/>
                  <p:cNvSpPr/>
                  <p:nvPr/>
                </p:nvSpPr>
                <p:spPr>
                  <a:xfrm>
                    <a:off x="3461010" y="4317465"/>
                    <a:ext cx="51883" cy="565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8" h="1295" extrusionOk="0">
                        <a:moveTo>
                          <a:pt x="848" y="19"/>
                        </a:moveTo>
                        <a:cubicBezTo>
                          <a:pt x="839" y="36"/>
                          <a:pt x="848" y="54"/>
                          <a:pt x="866" y="63"/>
                        </a:cubicBezTo>
                        <a:lnTo>
                          <a:pt x="866" y="63"/>
                        </a:lnTo>
                        <a:cubicBezTo>
                          <a:pt x="1009" y="126"/>
                          <a:pt x="1116" y="268"/>
                          <a:pt x="1125" y="411"/>
                        </a:cubicBezTo>
                        <a:lnTo>
                          <a:pt x="1125" y="411"/>
                        </a:lnTo>
                        <a:cubicBezTo>
                          <a:pt x="1125" y="598"/>
                          <a:pt x="964" y="750"/>
                          <a:pt x="831" y="821"/>
                        </a:cubicBezTo>
                        <a:lnTo>
                          <a:pt x="831" y="821"/>
                        </a:lnTo>
                        <a:cubicBezTo>
                          <a:pt x="715" y="875"/>
                          <a:pt x="599" y="911"/>
                          <a:pt x="474" y="937"/>
                        </a:cubicBezTo>
                        <a:lnTo>
                          <a:pt x="474" y="937"/>
                        </a:lnTo>
                        <a:cubicBezTo>
                          <a:pt x="420" y="955"/>
                          <a:pt x="358" y="973"/>
                          <a:pt x="295" y="991"/>
                        </a:cubicBezTo>
                        <a:lnTo>
                          <a:pt x="295" y="991"/>
                        </a:lnTo>
                        <a:cubicBezTo>
                          <a:pt x="126" y="1053"/>
                          <a:pt x="19" y="1143"/>
                          <a:pt x="1" y="1250"/>
                        </a:cubicBezTo>
                        <a:lnTo>
                          <a:pt x="1" y="1250"/>
                        </a:lnTo>
                        <a:cubicBezTo>
                          <a:pt x="1" y="1268"/>
                          <a:pt x="10" y="1285"/>
                          <a:pt x="28" y="1294"/>
                        </a:cubicBezTo>
                        <a:lnTo>
                          <a:pt x="28" y="1294"/>
                        </a:lnTo>
                        <a:cubicBezTo>
                          <a:pt x="28" y="1294"/>
                          <a:pt x="37" y="1294"/>
                          <a:pt x="37" y="1294"/>
                        </a:cubicBezTo>
                        <a:lnTo>
                          <a:pt x="37" y="1294"/>
                        </a:lnTo>
                        <a:cubicBezTo>
                          <a:pt x="45" y="1294"/>
                          <a:pt x="63" y="1276"/>
                          <a:pt x="63" y="1268"/>
                        </a:cubicBezTo>
                        <a:lnTo>
                          <a:pt x="63" y="1268"/>
                        </a:lnTo>
                        <a:cubicBezTo>
                          <a:pt x="81" y="1152"/>
                          <a:pt x="215" y="1089"/>
                          <a:pt x="313" y="1053"/>
                        </a:cubicBezTo>
                        <a:lnTo>
                          <a:pt x="313" y="1053"/>
                        </a:lnTo>
                        <a:cubicBezTo>
                          <a:pt x="376" y="1036"/>
                          <a:pt x="438" y="1018"/>
                          <a:pt x="492" y="1000"/>
                        </a:cubicBezTo>
                        <a:lnTo>
                          <a:pt x="492" y="1000"/>
                        </a:lnTo>
                        <a:cubicBezTo>
                          <a:pt x="616" y="964"/>
                          <a:pt x="741" y="937"/>
                          <a:pt x="857" y="875"/>
                        </a:cubicBezTo>
                        <a:lnTo>
                          <a:pt x="857" y="875"/>
                        </a:lnTo>
                        <a:cubicBezTo>
                          <a:pt x="1018" y="795"/>
                          <a:pt x="1187" y="625"/>
                          <a:pt x="1187" y="411"/>
                        </a:cubicBezTo>
                        <a:lnTo>
                          <a:pt x="1187" y="411"/>
                        </a:lnTo>
                        <a:cubicBezTo>
                          <a:pt x="1178" y="242"/>
                          <a:pt x="1062" y="81"/>
                          <a:pt x="884" y="1"/>
                        </a:cubicBezTo>
                        <a:lnTo>
                          <a:pt x="884" y="1"/>
                        </a:lnTo>
                        <a:cubicBezTo>
                          <a:pt x="884" y="1"/>
                          <a:pt x="875" y="1"/>
                          <a:pt x="875" y="1"/>
                        </a:cubicBezTo>
                        <a:lnTo>
                          <a:pt x="875" y="1"/>
                        </a:lnTo>
                        <a:cubicBezTo>
                          <a:pt x="857" y="1"/>
                          <a:pt x="848" y="10"/>
                          <a:pt x="848" y="19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5" name="Google Shape;445;p33"/>
                  <p:cNvSpPr/>
                  <p:nvPr/>
                </p:nvSpPr>
                <p:spPr>
                  <a:xfrm>
                    <a:off x="3548706" y="4278902"/>
                    <a:ext cx="33934" cy="783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7" h="1794" extrusionOk="0">
                        <a:moveTo>
                          <a:pt x="0" y="27"/>
                        </a:moveTo>
                        <a:cubicBezTo>
                          <a:pt x="0" y="36"/>
                          <a:pt x="9" y="54"/>
                          <a:pt x="27" y="63"/>
                        </a:cubicBezTo>
                        <a:lnTo>
                          <a:pt x="27" y="63"/>
                        </a:lnTo>
                        <a:cubicBezTo>
                          <a:pt x="375" y="143"/>
                          <a:pt x="642" y="464"/>
                          <a:pt x="678" y="839"/>
                        </a:cubicBezTo>
                        <a:lnTo>
                          <a:pt x="678" y="839"/>
                        </a:lnTo>
                        <a:cubicBezTo>
                          <a:pt x="714" y="1214"/>
                          <a:pt x="491" y="1588"/>
                          <a:pt x="152" y="1740"/>
                        </a:cubicBezTo>
                        <a:lnTo>
                          <a:pt x="152" y="1740"/>
                        </a:lnTo>
                        <a:cubicBezTo>
                          <a:pt x="134" y="1740"/>
                          <a:pt x="125" y="1758"/>
                          <a:pt x="134" y="1776"/>
                        </a:cubicBezTo>
                        <a:lnTo>
                          <a:pt x="134" y="1776"/>
                        </a:lnTo>
                        <a:cubicBezTo>
                          <a:pt x="134" y="1794"/>
                          <a:pt x="152" y="1794"/>
                          <a:pt x="161" y="1794"/>
                        </a:cubicBezTo>
                        <a:lnTo>
                          <a:pt x="161" y="1794"/>
                        </a:lnTo>
                        <a:cubicBezTo>
                          <a:pt x="161" y="1794"/>
                          <a:pt x="170" y="1794"/>
                          <a:pt x="170" y="1794"/>
                        </a:cubicBezTo>
                        <a:lnTo>
                          <a:pt x="170" y="1794"/>
                        </a:lnTo>
                        <a:cubicBezTo>
                          <a:pt x="544" y="1633"/>
                          <a:pt x="776" y="1232"/>
                          <a:pt x="741" y="830"/>
                        </a:cubicBezTo>
                        <a:lnTo>
                          <a:pt x="741" y="830"/>
                        </a:lnTo>
                        <a:cubicBezTo>
                          <a:pt x="705" y="429"/>
                          <a:pt x="419" y="81"/>
                          <a:pt x="36" y="1"/>
                        </a:cubicBezTo>
                        <a:lnTo>
                          <a:pt x="36" y="1"/>
                        </a:lnTo>
                        <a:cubicBezTo>
                          <a:pt x="36" y="1"/>
                          <a:pt x="36" y="1"/>
                          <a:pt x="27" y="1"/>
                        </a:cubicBezTo>
                        <a:lnTo>
                          <a:pt x="27" y="1"/>
                        </a:lnTo>
                        <a:cubicBezTo>
                          <a:pt x="18" y="1"/>
                          <a:pt x="0" y="9"/>
                          <a:pt x="0" y="27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6" name="Google Shape;446;p33"/>
                  <p:cNvSpPr/>
                  <p:nvPr/>
                </p:nvSpPr>
                <p:spPr>
                  <a:xfrm>
                    <a:off x="3404933" y="4414114"/>
                    <a:ext cx="25374" cy="401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" h="919" extrusionOk="0">
                        <a:moveTo>
                          <a:pt x="536" y="0"/>
                        </a:moveTo>
                        <a:cubicBezTo>
                          <a:pt x="339" y="27"/>
                          <a:pt x="161" y="152"/>
                          <a:pt x="81" y="339"/>
                        </a:cubicBezTo>
                        <a:lnTo>
                          <a:pt x="81" y="339"/>
                        </a:lnTo>
                        <a:cubicBezTo>
                          <a:pt x="0" y="518"/>
                          <a:pt x="18" y="741"/>
                          <a:pt x="134" y="901"/>
                        </a:cubicBezTo>
                        <a:lnTo>
                          <a:pt x="134" y="901"/>
                        </a:lnTo>
                        <a:cubicBezTo>
                          <a:pt x="143" y="910"/>
                          <a:pt x="152" y="919"/>
                          <a:pt x="161" y="919"/>
                        </a:cubicBezTo>
                        <a:lnTo>
                          <a:pt x="161" y="919"/>
                        </a:lnTo>
                        <a:cubicBezTo>
                          <a:pt x="170" y="919"/>
                          <a:pt x="170" y="910"/>
                          <a:pt x="179" y="910"/>
                        </a:cubicBezTo>
                        <a:lnTo>
                          <a:pt x="179" y="910"/>
                        </a:lnTo>
                        <a:cubicBezTo>
                          <a:pt x="197" y="901"/>
                          <a:pt x="197" y="883"/>
                          <a:pt x="188" y="865"/>
                        </a:cubicBezTo>
                        <a:lnTo>
                          <a:pt x="188" y="865"/>
                        </a:lnTo>
                        <a:cubicBezTo>
                          <a:pt x="89" y="723"/>
                          <a:pt x="72" y="526"/>
                          <a:pt x="143" y="366"/>
                        </a:cubicBezTo>
                        <a:lnTo>
                          <a:pt x="143" y="366"/>
                        </a:lnTo>
                        <a:cubicBezTo>
                          <a:pt x="214" y="205"/>
                          <a:pt x="375" y="80"/>
                          <a:pt x="544" y="63"/>
                        </a:cubicBezTo>
                        <a:lnTo>
                          <a:pt x="544" y="63"/>
                        </a:lnTo>
                        <a:cubicBezTo>
                          <a:pt x="562" y="63"/>
                          <a:pt x="580" y="45"/>
                          <a:pt x="571" y="27"/>
                        </a:cubicBezTo>
                        <a:lnTo>
                          <a:pt x="571" y="27"/>
                        </a:lnTo>
                        <a:cubicBezTo>
                          <a:pt x="571" y="9"/>
                          <a:pt x="562" y="0"/>
                          <a:pt x="544" y="0"/>
                        </a:cubicBezTo>
                        <a:lnTo>
                          <a:pt x="544" y="0"/>
                        </a:lnTo>
                        <a:cubicBezTo>
                          <a:pt x="544" y="0"/>
                          <a:pt x="544" y="0"/>
                          <a:pt x="53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7" name="Google Shape;447;p33"/>
                  <p:cNvSpPr/>
                  <p:nvPr/>
                </p:nvSpPr>
                <p:spPr>
                  <a:xfrm>
                    <a:off x="3468827" y="4251257"/>
                    <a:ext cx="14456" cy="15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1" h="366" extrusionOk="0">
                        <a:moveTo>
                          <a:pt x="54" y="98"/>
                        </a:moveTo>
                        <a:cubicBezTo>
                          <a:pt x="0" y="179"/>
                          <a:pt x="9" y="286"/>
                          <a:pt x="72" y="357"/>
                        </a:cubicBezTo>
                        <a:lnTo>
                          <a:pt x="72" y="357"/>
                        </a:lnTo>
                        <a:cubicBezTo>
                          <a:pt x="72" y="366"/>
                          <a:pt x="81" y="366"/>
                          <a:pt x="90" y="366"/>
                        </a:cubicBezTo>
                        <a:lnTo>
                          <a:pt x="90" y="366"/>
                        </a:lnTo>
                        <a:cubicBezTo>
                          <a:pt x="98" y="366"/>
                          <a:pt x="107" y="366"/>
                          <a:pt x="116" y="366"/>
                        </a:cubicBezTo>
                        <a:lnTo>
                          <a:pt x="116" y="366"/>
                        </a:lnTo>
                        <a:cubicBezTo>
                          <a:pt x="125" y="348"/>
                          <a:pt x="125" y="330"/>
                          <a:pt x="116" y="321"/>
                        </a:cubicBezTo>
                        <a:lnTo>
                          <a:pt x="116" y="321"/>
                        </a:lnTo>
                        <a:cubicBezTo>
                          <a:pt x="72" y="268"/>
                          <a:pt x="72" y="187"/>
                          <a:pt x="107" y="134"/>
                        </a:cubicBezTo>
                        <a:lnTo>
                          <a:pt x="107" y="134"/>
                        </a:lnTo>
                        <a:cubicBezTo>
                          <a:pt x="143" y="80"/>
                          <a:pt x="223" y="54"/>
                          <a:pt x="286" y="72"/>
                        </a:cubicBezTo>
                        <a:lnTo>
                          <a:pt x="286" y="72"/>
                        </a:lnTo>
                        <a:cubicBezTo>
                          <a:pt x="295" y="72"/>
                          <a:pt x="313" y="63"/>
                          <a:pt x="321" y="45"/>
                        </a:cubicBezTo>
                        <a:lnTo>
                          <a:pt x="321" y="45"/>
                        </a:lnTo>
                        <a:cubicBezTo>
                          <a:pt x="330" y="36"/>
                          <a:pt x="321" y="18"/>
                          <a:pt x="304" y="9"/>
                        </a:cubicBezTo>
                        <a:lnTo>
                          <a:pt x="304" y="9"/>
                        </a:lnTo>
                        <a:cubicBezTo>
                          <a:pt x="277" y="0"/>
                          <a:pt x="259" y="0"/>
                          <a:pt x="241" y="0"/>
                        </a:cubicBezTo>
                        <a:lnTo>
                          <a:pt x="241" y="0"/>
                        </a:lnTo>
                        <a:cubicBezTo>
                          <a:pt x="170" y="0"/>
                          <a:pt x="98" y="36"/>
                          <a:pt x="54" y="98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3"/>
                  <p:cNvSpPr/>
                  <p:nvPr/>
                </p:nvSpPr>
                <p:spPr>
                  <a:xfrm>
                    <a:off x="3248670" y="4213043"/>
                    <a:ext cx="407988" cy="3090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42" h="7076" extrusionOk="0">
                        <a:moveTo>
                          <a:pt x="2865" y="54"/>
                        </a:moveTo>
                        <a:cubicBezTo>
                          <a:pt x="2704" y="90"/>
                          <a:pt x="2561" y="135"/>
                          <a:pt x="2419" y="197"/>
                        </a:cubicBezTo>
                        <a:lnTo>
                          <a:pt x="2419" y="197"/>
                        </a:lnTo>
                        <a:cubicBezTo>
                          <a:pt x="2419" y="197"/>
                          <a:pt x="2419" y="197"/>
                          <a:pt x="2419" y="206"/>
                        </a:cubicBezTo>
                        <a:lnTo>
                          <a:pt x="2419" y="206"/>
                        </a:lnTo>
                        <a:cubicBezTo>
                          <a:pt x="2062" y="367"/>
                          <a:pt x="1776" y="643"/>
                          <a:pt x="1651" y="964"/>
                        </a:cubicBezTo>
                        <a:lnTo>
                          <a:pt x="1651" y="964"/>
                        </a:lnTo>
                        <a:cubicBezTo>
                          <a:pt x="1633" y="1009"/>
                          <a:pt x="1607" y="1045"/>
                          <a:pt x="1580" y="1089"/>
                        </a:cubicBezTo>
                        <a:lnTo>
                          <a:pt x="1580" y="1089"/>
                        </a:lnTo>
                        <a:cubicBezTo>
                          <a:pt x="1571" y="1089"/>
                          <a:pt x="1562" y="1098"/>
                          <a:pt x="1562" y="1116"/>
                        </a:cubicBezTo>
                        <a:lnTo>
                          <a:pt x="1562" y="1116"/>
                        </a:lnTo>
                        <a:cubicBezTo>
                          <a:pt x="1562" y="1116"/>
                          <a:pt x="1562" y="1116"/>
                          <a:pt x="1562" y="1116"/>
                        </a:cubicBezTo>
                        <a:lnTo>
                          <a:pt x="1562" y="1116"/>
                        </a:lnTo>
                        <a:cubicBezTo>
                          <a:pt x="1446" y="1277"/>
                          <a:pt x="1259" y="1401"/>
                          <a:pt x="1089" y="1535"/>
                        </a:cubicBezTo>
                        <a:lnTo>
                          <a:pt x="1089" y="1535"/>
                        </a:lnTo>
                        <a:cubicBezTo>
                          <a:pt x="866" y="1696"/>
                          <a:pt x="634" y="1856"/>
                          <a:pt x="527" y="2071"/>
                        </a:cubicBezTo>
                        <a:lnTo>
                          <a:pt x="527" y="2071"/>
                        </a:lnTo>
                        <a:cubicBezTo>
                          <a:pt x="402" y="2311"/>
                          <a:pt x="402" y="2561"/>
                          <a:pt x="411" y="2802"/>
                        </a:cubicBezTo>
                        <a:lnTo>
                          <a:pt x="411" y="2802"/>
                        </a:lnTo>
                        <a:cubicBezTo>
                          <a:pt x="411" y="3052"/>
                          <a:pt x="411" y="3293"/>
                          <a:pt x="277" y="3525"/>
                        </a:cubicBezTo>
                        <a:lnTo>
                          <a:pt x="277" y="3525"/>
                        </a:lnTo>
                        <a:cubicBezTo>
                          <a:pt x="1" y="3989"/>
                          <a:pt x="90" y="4649"/>
                          <a:pt x="492" y="5095"/>
                        </a:cubicBezTo>
                        <a:lnTo>
                          <a:pt x="492" y="5095"/>
                        </a:lnTo>
                        <a:cubicBezTo>
                          <a:pt x="732" y="5362"/>
                          <a:pt x="1071" y="5559"/>
                          <a:pt x="1473" y="5657"/>
                        </a:cubicBezTo>
                        <a:lnTo>
                          <a:pt x="1473" y="5657"/>
                        </a:lnTo>
                        <a:cubicBezTo>
                          <a:pt x="1473" y="5657"/>
                          <a:pt x="1473" y="5657"/>
                          <a:pt x="1482" y="5657"/>
                        </a:cubicBezTo>
                        <a:lnTo>
                          <a:pt x="1482" y="5657"/>
                        </a:lnTo>
                        <a:cubicBezTo>
                          <a:pt x="1491" y="5657"/>
                          <a:pt x="1509" y="5648"/>
                          <a:pt x="1509" y="5630"/>
                        </a:cubicBezTo>
                        <a:lnTo>
                          <a:pt x="1509" y="5630"/>
                        </a:lnTo>
                        <a:cubicBezTo>
                          <a:pt x="1509" y="5621"/>
                          <a:pt x="1509" y="5621"/>
                          <a:pt x="1509" y="5612"/>
                        </a:cubicBezTo>
                        <a:lnTo>
                          <a:pt x="1509" y="5612"/>
                        </a:lnTo>
                        <a:cubicBezTo>
                          <a:pt x="1660" y="5987"/>
                          <a:pt x="1937" y="6299"/>
                          <a:pt x="2294" y="6469"/>
                        </a:cubicBezTo>
                        <a:lnTo>
                          <a:pt x="2294" y="6469"/>
                        </a:lnTo>
                        <a:cubicBezTo>
                          <a:pt x="2508" y="6567"/>
                          <a:pt x="2749" y="6620"/>
                          <a:pt x="2981" y="6665"/>
                        </a:cubicBezTo>
                        <a:lnTo>
                          <a:pt x="2981" y="6665"/>
                        </a:lnTo>
                        <a:cubicBezTo>
                          <a:pt x="3132" y="6692"/>
                          <a:pt x="3284" y="6718"/>
                          <a:pt x="3427" y="6763"/>
                        </a:cubicBezTo>
                        <a:lnTo>
                          <a:pt x="3427" y="6763"/>
                        </a:lnTo>
                        <a:cubicBezTo>
                          <a:pt x="3534" y="6799"/>
                          <a:pt x="3650" y="6843"/>
                          <a:pt x="3757" y="6879"/>
                        </a:cubicBezTo>
                        <a:lnTo>
                          <a:pt x="3757" y="6879"/>
                        </a:lnTo>
                        <a:cubicBezTo>
                          <a:pt x="3944" y="6959"/>
                          <a:pt x="4140" y="7031"/>
                          <a:pt x="4337" y="7057"/>
                        </a:cubicBezTo>
                        <a:lnTo>
                          <a:pt x="4337" y="7057"/>
                        </a:lnTo>
                        <a:cubicBezTo>
                          <a:pt x="4408" y="7066"/>
                          <a:pt x="4479" y="7075"/>
                          <a:pt x="4551" y="7075"/>
                        </a:cubicBezTo>
                        <a:lnTo>
                          <a:pt x="4551" y="7075"/>
                        </a:lnTo>
                        <a:cubicBezTo>
                          <a:pt x="5068" y="7075"/>
                          <a:pt x="5541" y="6808"/>
                          <a:pt x="5871" y="6558"/>
                        </a:cubicBezTo>
                        <a:lnTo>
                          <a:pt x="5871" y="6558"/>
                        </a:lnTo>
                        <a:cubicBezTo>
                          <a:pt x="6076" y="6406"/>
                          <a:pt x="6263" y="6237"/>
                          <a:pt x="6451" y="6076"/>
                        </a:cubicBezTo>
                        <a:lnTo>
                          <a:pt x="6451" y="6076"/>
                        </a:lnTo>
                        <a:cubicBezTo>
                          <a:pt x="6665" y="5880"/>
                          <a:pt x="6888" y="5684"/>
                          <a:pt x="7129" y="5514"/>
                        </a:cubicBezTo>
                        <a:lnTo>
                          <a:pt x="7129" y="5514"/>
                        </a:lnTo>
                        <a:cubicBezTo>
                          <a:pt x="7245" y="5434"/>
                          <a:pt x="7370" y="5362"/>
                          <a:pt x="7495" y="5282"/>
                        </a:cubicBezTo>
                        <a:lnTo>
                          <a:pt x="7495" y="5282"/>
                        </a:lnTo>
                        <a:cubicBezTo>
                          <a:pt x="7691" y="5157"/>
                          <a:pt x="7905" y="5032"/>
                          <a:pt x="8092" y="4872"/>
                        </a:cubicBezTo>
                        <a:lnTo>
                          <a:pt x="8092" y="4872"/>
                        </a:lnTo>
                        <a:cubicBezTo>
                          <a:pt x="8217" y="4756"/>
                          <a:pt x="8333" y="4640"/>
                          <a:pt x="8440" y="4506"/>
                        </a:cubicBezTo>
                        <a:lnTo>
                          <a:pt x="8440" y="4506"/>
                        </a:lnTo>
                        <a:lnTo>
                          <a:pt x="8440" y="4506"/>
                        </a:lnTo>
                        <a:lnTo>
                          <a:pt x="8440" y="4506"/>
                        </a:lnTo>
                        <a:cubicBezTo>
                          <a:pt x="8529" y="4399"/>
                          <a:pt x="8610" y="4283"/>
                          <a:pt x="8699" y="4176"/>
                        </a:cubicBezTo>
                        <a:lnTo>
                          <a:pt x="8699" y="4176"/>
                        </a:lnTo>
                        <a:cubicBezTo>
                          <a:pt x="8949" y="3846"/>
                          <a:pt x="9261" y="3427"/>
                          <a:pt x="9323" y="2945"/>
                        </a:cubicBezTo>
                        <a:lnTo>
                          <a:pt x="9323" y="2945"/>
                        </a:lnTo>
                        <a:cubicBezTo>
                          <a:pt x="9332" y="2865"/>
                          <a:pt x="9341" y="2784"/>
                          <a:pt x="9332" y="2686"/>
                        </a:cubicBezTo>
                        <a:lnTo>
                          <a:pt x="9332" y="2686"/>
                        </a:lnTo>
                        <a:cubicBezTo>
                          <a:pt x="9332" y="2686"/>
                          <a:pt x="9332" y="2677"/>
                          <a:pt x="9332" y="2668"/>
                        </a:cubicBezTo>
                        <a:lnTo>
                          <a:pt x="9332" y="2668"/>
                        </a:lnTo>
                        <a:cubicBezTo>
                          <a:pt x="9297" y="2106"/>
                          <a:pt x="9002" y="1375"/>
                          <a:pt x="8458" y="1241"/>
                        </a:cubicBezTo>
                        <a:lnTo>
                          <a:pt x="8458" y="1241"/>
                        </a:lnTo>
                        <a:cubicBezTo>
                          <a:pt x="8235" y="1187"/>
                          <a:pt x="7994" y="1214"/>
                          <a:pt x="7780" y="1259"/>
                        </a:cubicBezTo>
                        <a:lnTo>
                          <a:pt x="7780" y="1259"/>
                        </a:lnTo>
                        <a:cubicBezTo>
                          <a:pt x="7753" y="1187"/>
                          <a:pt x="7718" y="1134"/>
                          <a:pt x="7691" y="1071"/>
                        </a:cubicBezTo>
                        <a:lnTo>
                          <a:pt x="7691" y="1071"/>
                        </a:lnTo>
                        <a:cubicBezTo>
                          <a:pt x="7673" y="1045"/>
                          <a:pt x="7655" y="1009"/>
                          <a:pt x="7637" y="982"/>
                        </a:cubicBezTo>
                        <a:lnTo>
                          <a:pt x="7637" y="982"/>
                        </a:lnTo>
                        <a:cubicBezTo>
                          <a:pt x="7441" y="572"/>
                          <a:pt x="7200" y="331"/>
                          <a:pt x="6888" y="242"/>
                        </a:cubicBezTo>
                        <a:lnTo>
                          <a:pt x="6888" y="242"/>
                        </a:lnTo>
                        <a:cubicBezTo>
                          <a:pt x="6656" y="170"/>
                          <a:pt x="6406" y="206"/>
                          <a:pt x="6165" y="233"/>
                        </a:cubicBezTo>
                        <a:lnTo>
                          <a:pt x="6165" y="233"/>
                        </a:lnTo>
                        <a:cubicBezTo>
                          <a:pt x="6094" y="242"/>
                          <a:pt x="6014" y="251"/>
                          <a:pt x="5942" y="260"/>
                        </a:cubicBezTo>
                        <a:lnTo>
                          <a:pt x="5942" y="260"/>
                        </a:lnTo>
                        <a:cubicBezTo>
                          <a:pt x="5478" y="295"/>
                          <a:pt x="5006" y="215"/>
                          <a:pt x="4542" y="135"/>
                        </a:cubicBezTo>
                        <a:lnTo>
                          <a:pt x="4542" y="135"/>
                        </a:lnTo>
                        <a:lnTo>
                          <a:pt x="4408" y="117"/>
                        </a:lnTo>
                        <a:cubicBezTo>
                          <a:pt x="4087" y="54"/>
                          <a:pt x="3739" y="1"/>
                          <a:pt x="3400" y="1"/>
                        </a:cubicBezTo>
                        <a:lnTo>
                          <a:pt x="3400" y="1"/>
                        </a:lnTo>
                        <a:cubicBezTo>
                          <a:pt x="3221" y="1"/>
                          <a:pt x="3043" y="19"/>
                          <a:pt x="2865" y="54"/>
                        </a:cubicBezTo>
                        <a:moveTo>
                          <a:pt x="2579" y="884"/>
                        </a:moveTo>
                        <a:cubicBezTo>
                          <a:pt x="2552" y="875"/>
                          <a:pt x="2526" y="848"/>
                          <a:pt x="2499" y="813"/>
                        </a:cubicBezTo>
                        <a:lnTo>
                          <a:pt x="2499" y="813"/>
                        </a:lnTo>
                        <a:cubicBezTo>
                          <a:pt x="2383" y="643"/>
                          <a:pt x="2365" y="429"/>
                          <a:pt x="2454" y="251"/>
                        </a:cubicBezTo>
                        <a:lnTo>
                          <a:pt x="2454" y="251"/>
                        </a:lnTo>
                        <a:cubicBezTo>
                          <a:pt x="2588" y="197"/>
                          <a:pt x="2722" y="144"/>
                          <a:pt x="2873" y="117"/>
                        </a:cubicBezTo>
                        <a:lnTo>
                          <a:pt x="2873" y="117"/>
                        </a:lnTo>
                        <a:cubicBezTo>
                          <a:pt x="3346" y="19"/>
                          <a:pt x="3828" y="81"/>
                          <a:pt x="4292" y="153"/>
                        </a:cubicBezTo>
                        <a:lnTo>
                          <a:pt x="4292" y="153"/>
                        </a:lnTo>
                        <a:cubicBezTo>
                          <a:pt x="4292" y="161"/>
                          <a:pt x="4301" y="170"/>
                          <a:pt x="4310" y="170"/>
                        </a:cubicBezTo>
                        <a:lnTo>
                          <a:pt x="4310" y="170"/>
                        </a:lnTo>
                        <a:cubicBezTo>
                          <a:pt x="4372" y="188"/>
                          <a:pt x="4426" y="251"/>
                          <a:pt x="4435" y="322"/>
                        </a:cubicBezTo>
                        <a:lnTo>
                          <a:pt x="4435" y="322"/>
                        </a:lnTo>
                        <a:cubicBezTo>
                          <a:pt x="4435" y="385"/>
                          <a:pt x="4390" y="456"/>
                          <a:pt x="4319" y="474"/>
                        </a:cubicBezTo>
                        <a:lnTo>
                          <a:pt x="4319" y="474"/>
                        </a:lnTo>
                        <a:cubicBezTo>
                          <a:pt x="4310" y="483"/>
                          <a:pt x="4301" y="500"/>
                          <a:pt x="4301" y="518"/>
                        </a:cubicBezTo>
                        <a:lnTo>
                          <a:pt x="4301" y="518"/>
                        </a:lnTo>
                        <a:cubicBezTo>
                          <a:pt x="4310" y="527"/>
                          <a:pt x="4319" y="536"/>
                          <a:pt x="4328" y="536"/>
                        </a:cubicBezTo>
                        <a:lnTo>
                          <a:pt x="4328" y="536"/>
                        </a:lnTo>
                        <a:cubicBezTo>
                          <a:pt x="4337" y="536"/>
                          <a:pt x="4337" y="536"/>
                          <a:pt x="4345" y="536"/>
                        </a:cubicBezTo>
                        <a:lnTo>
                          <a:pt x="4345" y="536"/>
                        </a:lnTo>
                        <a:cubicBezTo>
                          <a:pt x="4435" y="509"/>
                          <a:pt x="4497" y="411"/>
                          <a:pt x="4497" y="313"/>
                        </a:cubicBezTo>
                        <a:lnTo>
                          <a:pt x="4497" y="313"/>
                        </a:lnTo>
                        <a:cubicBezTo>
                          <a:pt x="4497" y="269"/>
                          <a:pt x="4470" y="224"/>
                          <a:pt x="4444" y="179"/>
                        </a:cubicBezTo>
                        <a:lnTo>
                          <a:pt x="4444" y="179"/>
                        </a:lnTo>
                        <a:lnTo>
                          <a:pt x="4533" y="197"/>
                        </a:lnTo>
                        <a:cubicBezTo>
                          <a:pt x="4899" y="260"/>
                          <a:pt x="5273" y="331"/>
                          <a:pt x="5648" y="331"/>
                        </a:cubicBezTo>
                        <a:lnTo>
                          <a:pt x="5648" y="331"/>
                        </a:lnTo>
                        <a:cubicBezTo>
                          <a:pt x="5648" y="331"/>
                          <a:pt x="5648" y="331"/>
                          <a:pt x="5657" y="331"/>
                        </a:cubicBezTo>
                        <a:lnTo>
                          <a:pt x="5657" y="331"/>
                        </a:lnTo>
                        <a:cubicBezTo>
                          <a:pt x="5666" y="331"/>
                          <a:pt x="5666" y="331"/>
                          <a:pt x="5675" y="331"/>
                        </a:cubicBezTo>
                        <a:lnTo>
                          <a:pt x="5675" y="331"/>
                        </a:lnTo>
                        <a:lnTo>
                          <a:pt x="5684" y="331"/>
                        </a:lnTo>
                        <a:cubicBezTo>
                          <a:pt x="5826" y="340"/>
                          <a:pt x="5960" y="465"/>
                          <a:pt x="6014" y="599"/>
                        </a:cubicBezTo>
                        <a:lnTo>
                          <a:pt x="6014" y="599"/>
                        </a:lnTo>
                        <a:cubicBezTo>
                          <a:pt x="6076" y="732"/>
                          <a:pt x="6032" y="911"/>
                          <a:pt x="5916" y="1009"/>
                        </a:cubicBezTo>
                        <a:lnTo>
                          <a:pt x="5916" y="1009"/>
                        </a:lnTo>
                        <a:cubicBezTo>
                          <a:pt x="5907" y="1018"/>
                          <a:pt x="5907" y="1027"/>
                          <a:pt x="5907" y="1036"/>
                        </a:cubicBezTo>
                        <a:lnTo>
                          <a:pt x="5907" y="1036"/>
                        </a:lnTo>
                        <a:cubicBezTo>
                          <a:pt x="5907" y="1054"/>
                          <a:pt x="5916" y="1062"/>
                          <a:pt x="5924" y="1062"/>
                        </a:cubicBezTo>
                        <a:lnTo>
                          <a:pt x="5924" y="1062"/>
                        </a:lnTo>
                        <a:lnTo>
                          <a:pt x="6005" y="1089"/>
                        </a:lnTo>
                        <a:cubicBezTo>
                          <a:pt x="6014" y="1089"/>
                          <a:pt x="6014" y="1089"/>
                          <a:pt x="6014" y="1089"/>
                        </a:cubicBezTo>
                        <a:lnTo>
                          <a:pt x="6014" y="1089"/>
                        </a:lnTo>
                        <a:cubicBezTo>
                          <a:pt x="6032" y="1089"/>
                          <a:pt x="6040" y="1080"/>
                          <a:pt x="6049" y="1062"/>
                        </a:cubicBezTo>
                        <a:lnTo>
                          <a:pt x="6049" y="1062"/>
                        </a:lnTo>
                        <a:cubicBezTo>
                          <a:pt x="6049" y="1054"/>
                          <a:pt x="6040" y="1036"/>
                          <a:pt x="6023" y="1027"/>
                        </a:cubicBezTo>
                        <a:lnTo>
                          <a:pt x="6023" y="1027"/>
                        </a:lnTo>
                        <a:lnTo>
                          <a:pt x="5996" y="1018"/>
                        </a:lnTo>
                        <a:cubicBezTo>
                          <a:pt x="6103" y="902"/>
                          <a:pt x="6139" y="724"/>
                          <a:pt x="6076" y="572"/>
                        </a:cubicBezTo>
                        <a:lnTo>
                          <a:pt x="6076" y="572"/>
                        </a:lnTo>
                        <a:cubicBezTo>
                          <a:pt x="6032" y="474"/>
                          <a:pt x="5960" y="385"/>
                          <a:pt x="5862" y="331"/>
                        </a:cubicBezTo>
                        <a:lnTo>
                          <a:pt x="5862" y="331"/>
                        </a:lnTo>
                        <a:cubicBezTo>
                          <a:pt x="5889" y="322"/>
                          <a:pt x="5916" y="322"/>
                          <a:pt x="5942" y="322"/>
                        </a:cubicBezTo>
                        <a:lnTo>
                          <a:pt x="5942" y="322"/>
                        </a:lnTo>
                        <a:cubicBezTo>
                          <a:pt x="6023" y="313"/>
                          <a:pt x="6103" y="304"/>
                          <a:pt x="6174" y="295"/>
                        </a:cubicBezTo>
                        <a:lnTo>
                          <a:pt x="6174" y="295"/>
                        </a:lnTo>
                        <a:cubicBezTo>
                          <a:pt x="6406" y="269"/>
                          <a:pt x="6647" y="242"/>
                          <a:pt x="6870" y="304"/>
                        </a:cubicBezTo>
                        <a:lnTo>
                          <a:pt x="6870" y="304"/>
                        </a:lnTo>
                        <a:cubicBezTo>
                          <a:pt x="6906" y="313"/>
                          <a:pt x="6933" y="322"/>
                          <a:pt x="6959" y="331"/>
                        </a:cubicBezTo>
                        <a:lnTo>
                          <a:pt x="6959" y="331"/>
                        </a:lnTo>
                        <a:cubicBezTo>
                          <a:pt x="6950" y="349"/>
                          <a:pt x="6950" y="358"/>
                          <a:pt x="6959" y="367"/>
                        </a:cubicBezTo>
                        <a:lnTo>
                          <a:pt x="6959" y="367"/>
                        </a:lnTo>
                        <a:cubicBezTo>
                          <a:pt x="7022" y="429"/>
                          <a:pt x="7066" y="509"/>
                          <a:pt x="7075" y="599"/>
                        </a:cubicBezTo>
                        <a:lnTo>
                          <a:pt x="7075" y="599"/>
                        </a:lnTo>
                        <a:cubicBezTo>
                          <a:pt x="7075" y="616"/>
                          <a:pt x="7093" y="625"/>
                          <a:pt x="7111" y="625"/>
                        </a:cubicBezTo>
                        <a:lnTo>
                          <a:pt x="7111" y="625"/>
                        </a:lnTo>
                        <a:cubicBezTo>
                          <a:pt x="7111" y="625"/>
                          <a:pt x="7111" y="625"/>
                          <a:pt x="7111" y="625"/>
                        </a:cubicBezTo>
                        <a:lnTo>
                          <a:pt x="7111" y="625"/>
                        </a:lnTo>
                        <a:cubicBezTo>
                          <a:pt x="7129" y="625"/>
                          <a:pt x="7138" y="608"/>
                          <a:pt x="7138" y="590"/>
                        </a:cubicBezTo>
                        <a:lnTo>
                          <a:pt x="7138" y="590"/>
                        </a:lnTo>
                        <a:cubicBezTo>
                          <a:pt x="7129" y="518"/>
                          <a:pt x="7102" y="447"/>
                          <a:pt x="7057" y="385"/>
                        </a:cubicBezTo>
                        <a:lnTo>
                          <a:pt x="7057" y="385"/>
                        </a:lnTo>
                        <a:cubicBezTo>
                          <a:pt x="7263" y="500"/>
                          <a:pt x="7441" y="706"/>
                          <a:pt x="7584" y="1009"/>
                        </a:cubicBezTo>
                        <a:lnTo>
                          <a:pt x="7584" y="1009"/>
                        </a:lnTo>
                        <a:cubicBezTo>
                          <a:pt x="7602" y="1045"/>
                          <a:pt x="7619" y="1071"/>
                          <a:pt x="7637" y="1098"/>
                        </a:cubicBezTo>
                        <a:lnTo>
                          <a:pt x="7637" y="1098"/>
                        </a:lnTo>
                        <a:cubicBezTo>
                          <a:pt x="7664" y="1161"/>
                          <a:pt x="7691" y="1205"/>
                          <a:pt x="7718" y="1277"/>
                        </a:cubicBezTo>
                        <a:lnTo>
                          <a:pt x="7718" y="1277"/>
                        </a:lnTo>
                        <a:cubicBezTo>
                          <a:pt x="7664" y="1294"/>
                          <a:pt x="7611" y="1303"/>
                          <a:pt x="7557" y="1321"/>
                        </a:cubicBezTo>
                        <a:lnTo>
                          <a:pt x="7557" y="1321"/>
                        </a:lnTo>
                        <a:cubicBezTo>
                          <a:pt x="7414" y="1366"/>
                          <a:pt x="7280" y="1294"/>
                          <a:pt x="7138" y="1223"/>
                        </a:cubicBezTo>
                        <a:lnTo>
                          <a:pt x="7138" y="1223"/>
                        </a:lnTo>
                        <a:cubicBezTo>
                          <a:pt x="7013" y="1161"/>
                          <a:pt x="6888" y="1098"/>
                          <a:pt x="6736" y="1107"/>
                        </a:cubicBezTo>
                        <a:lnTo>
                          <a:pt x="6736" y="1107"/>
                        </a:lnTo>
                        <a:lnTo>
                          <a:pt x="6736" y="1107"/>
                        </a:lnTo>
                        <a:lnTo>
                          <a:pt x="6736" y="1107"/>
                        </a:lnTo>
                        <a:cubicBezTo>
                          <a:pt x="6727" y="1107"/>
                          <a:pt x="6718" y="1107"/>
                          <a:pt x="6710" y="1107"/>
                        </a:cubicBezTo>
                        <a:lnTo>
                          <a:pt x="6710" y="1107"/>
                        </a:lnTo>
                        <a:cubicBezTo>
                          <a:pt x="6558" y="1116"/>
                          <a:pt x="6397" y="1178"/>
                          <a:pt x="6246" y="1232"/>
                        </a:cubicBezTo>
                        <a:lnTo>
                          <a:pt x="6246" y="1232"/>
                        </a:lnTo>
                        <a:cubicBezTo>
                          <a:pt x="6040" y="1312"/>
                          <a:pt x="5826" y="1393"/>
                          <a:pt x="5630" y="1348"/>
                        </a:cubicBezTo>
                        <a:lnTo>
                          <a:pt x="5630" y="1348"/>
                        </a:lnTo>
                        <a:cubicBezTo>
                          <a:pt x="5166" y="1250"/>
                          <a:pt x="4818" y="1286"/>
                          <a:pt x="4560" y="1464"/>
                        </a:cubicBezTo>
                        <a:lnTo>
                          <a:pt x="4560" y="1464"/>
                        </a:lnTo>
                        <a:cubicBezTo>
                          <a:pt x="4461" y="1526"/>
                          <a:pt x="4337" y="1589"/>
                          <a:pt x="4212" y="1642"/>
                        </a:cubicBezTo>
                        <a:lnTo>
                          <a:pt x="4212" y="1642"/>
                        </a:lnTo>
                        <a:cubicBezTo>
                          <a:pt x="4238" y="1455"/>
                          <a:pt x="4221" y="1205"/>
                          <a:pt x="4140" y="1071"/>
                        </a:cubicBezTo>
                        <a:lnTo>
                          <a:pt x="4140" y="1071"/>
                        </a:lnTo>
                        <a:cubicBezTo>
                          <a:pt x="4042" y="920"/>
                          <a:pt x="3873" y="813"/>
                          <a:pt x="3703" y="777"/>
                        </a:cubicBezTo>
                        <a:lnTo>
                          <a:pt x="3703" y="777"/>
                        </a:lnTo>
                        <a:cubicBezTo>
                          <a:pt x="3667" y="777"/>
                          <a:pt x="3623" y="768"/>
                          <a:pt x="3596" y="768"/>
                        </a:cubicBezTo>
                        <a:lnTo>
                          <a:pt x="3596" y="768"/>
                        </a:lnTo>
                        <a:cubicBezTo>
                          <a:pt x="3543" y="768"/>
                          <a:pt x="3489" y="759"/>
                          <a:pt x="3444" y="750"/>
                        </a:cubicBezTo>
                        <a:lnTo>
                          <a:pt x="3444" y="750"/>
                        </a:lnTo>
                        <a:cubicBezTo>
                          <a:pt x="3364" y="724"/>
                          <a:pt x="3293" y="670"/>
                          <a:pt x="3284" y="599"/>
                        </a:cubicBezTo>
                        <a:lnTo>
                          <a:pt x="3284" y="599"/>
                        </a:lnTo>
                        <a:cubicBezTo>
                          <a:pt x="3284" y="581"/>
                          <a:pt x="3266" y="572"/>
                          <a:pt x="3257" y="572"/>
                        </a:cubicBezTo>
                        <a:lnTo>
                          <a:pt x="3257" y="572"/>
                        </a:lnTo>
                        <a:cubicBezTo>
                          <a:pt x="3239" y="572"/>
                          <a:pt x="3221" y="590"/>
                          <a:pt x="3221" y="608"/>
                        </a:cubicBezTo>
                        <a:lnTo>
                          <a:pt x="3221" y="608"/>
                        </a:lnTo>
                        <a:cubicBezTo>
                          <a:pt x="3230" y="706"/>
                          <a:pt x="3328" y="786"/>
                          <a:pt x="3427" y="804"/>
                        </a:cubicBezTo>
                        <a:lnTo>
                          <a:pt x="3427" y="804"/>
                        </a:lnTo>
                        <a:cubicBezTo>
                          <a:pt x="3480" y="822"/>
                          <a:pt x="3534" y="831"/>
                          <a:pt x="3587" y="831"/>
                        </a:cubicBezTo>
                        <a:lnTo>
                          <a:pt x="3587" y="831"/>
                        </a:lnTo>
                        <a:cubicBezTo>
                          <a:pt x="3623" y="831"/>
                          <a:pt x="3659" y="839"/>
                          <a:pt x="3685" y="839"/>
                        </a:cubicBezTo>
                        <a:lnTo>
                          <a:pt x="3685" y="839"/>
                        </a:lnTo>
                        <a:cubicBezTo>
                          <a:pt x="3846" y="866"/>
                          <a:pt x="3998" y="964"/>
                          <a:pt x="4087" y="1098"/>
                        </a:cubicBezTo>
                        <a:lnTo>
                          <a:pt x="4087" y="1098"/>
                        </a:lnTo>
                        <a:cubicBezTo>
                          <a:pt x="4167" y="1232"/>
                          <a:pt x="4176" y="1500"/>
                          <a:pt x="4140" y="1669"/>
                        </a:cubicBezTo>
                        <a:lnTo>
                          <a:pt x="4140" y="1669"/>
                        </a:lnTo>
                        <a:cubicBezTo>
                          <a:pt x="4131" y="1669"/>
                          <a:pt x="4122" y="1678"/>
                          <a:pt x="4114" y="1678"/>
                        </a:cubicBezTo>
                        <a:lnTo>
                          <a:pt x="4114" y="1678"/>
                        </a:lnTo>
                        <a:cubicBezTo>
                          <a:pt x="3971" y="1732"/>
                          <a:pt x="3828" y="1794"/>
                          <a:pt x="3712" y="1865"/>
                        </a:cubicBezTo>
                        <a:lnTo>
                          <a:pt x="3712" y="1865"/>
                        </a:lnTo>
                        <a:cubicBezTo>
                          <a:pt x="3676" y="1865"/>
                          <a:pt x="3650" y="1874"/>
                          <a:pt x="3632" y="1883"/>
                        </a:cubicBezTo>
                        <a:lnTo>
                          <a:pt x="3632" y="1883"/>
                        </a:lnTo>
                        <a:cubicBezTo>
                          <a:pt x="3623" y="1883"/>
                          <a:pt x="3623" y="1883"/>
                          <a:pt x="3623" y="1883"/>
                        </a:cubicBezTo>
                        <a:lnTo>
                          <a:pt x="3623" y="1883"/>
                        </a:lnTo>
                        <a:cubicBezTo>
                          <a:pt x="3632" y="1874"/>
                          <a:pt x="3623" y="1856"/>
                          <a:pt x="3614" y="1848"/>
                        </a:cubicBezTo>
                        <a:lnTo>
                          <a:pt x="3614" y="1848"/>
                        </a:lnTo>
                        <a:cubicBezTo>
                          <a:pt x="3507" y="1767"/>
                          <a:pt x="3364" y="1740"/>
                          <a:pt x="3230" y="1776"/>
                        </a:cubicBezTo>
                        <a:lnTo>
                          <a:pt x="3230" y="1776"/>
                        </a:lnTo>
                        <a:cubicBezTo>
                          <a:pt x="3105" y="1803"/>
                          <a:pt x="2989" y="1892"/>
                          <a:pt x="2927" y="2008"/>
                        </a:cubicBezTo>
                        <a:lnTo>
                          <a:pt x="2927" y="2008"/>
                        </a:lnTo>
                        <a:cubicBezTo>
                          <a:pt x="2927" y="2026"/>
                          <a:pt x="2927" y="2044"/>
                          <a:pt x="2945" y="2053"/>
                        </a:cubicBezTo>
                        <a:lnTo>
                          <a:pt x="2945" y="2053"/>
                        </a:lnTo>
                        <a:cubicBezTo>
                          <a:pt x="2945" y="2053"/>
                          <a:pt x="2954" y="2062"/>
                          <a:pt x="2963" y="2062"/>
                        </a:cubicBezTo>
                        <a:lnTo>
                          <a:pt x="2963" y="2062"/>
                        </a:lnTo>
                        <a:cubicBezTo>
                          <a:pt x="2972" y="2062"/>
                          <a:pt x="2981" y="2053"/>
                          <a:pt x="2981" y="2044"/>
                        </a:cubicBezTo>
                        <a:lnTo>
                          <a:pt x="2981" y="2044"/>
                        </a:lnTo>
                        <a:lnTo>
                          <a:pt x="3025" y="1999"/>
                        </a:lnTo>
                        <a:cubicBezTo>
                          <a:pt x="3025" y="1999"/>
                          <a:pt x="3025" y="1981"/>
                          <a:pt x="3025" y="1972"/>
                        </a:cubicBezTo>
                        <a:lnTo>
                          <a:pt x="3025" y="1972"/>
                        </a:lnTo>
                        <a:cubicBezTo>
                          <a:pt x="3079" y="1910"/>
                          <a:pt x="3159" y="1856"/>
                          <a:pt x="3248" y="1830"/>
                        </a:cubicBezTo>
                        <a:lnTo>
                          <a:pt x="3248" y="1830"/>
                        </a:lnTo>
                        <a:cubicBezTo>
                          <a:pt x="3355" y="1803"/>
                          <a:pt x="3480" y="1830"/>
                          <a:pt x="3578" y="1892"/>
                        </a:cubicBezTo>
                        <a:lnTo>
                          <a:pt x="3578" y="1892"/>
                        </a:lnTo>
                        <a:cubicBezTo>
                          <a:pt x="3587" y="1901"/>
                          <a:pt x="3596" y="1901"/>
                          <a:pt x="3614" y="1901"/>
                        </a:cubicBezTo>
                        <a:lnTo>
                          <a:pt x="3614" y="1901"/>
                        </a:lnTo>
                        <a:cubicBezTo>
                          <a:pt x="3605" y="1901"/>
                          <a:pt x="3605" y="1910"/>
                          <a:pt x="3605" y="1919"/>
                        </a:cubicBezTo>
                        <a:lnTo>
                          <a:pt x="3605" y="1919"/>
                        </a:lnTo>
                        <a:cubicBezTo>
                          <a:pt x="3614" y="1919"/>
                          <a:pt x="3614" y="1919"/>
                          <a:pt x="3614" y="1919"/>
                        </a:cubicBezTo>
                        <a:lnTo>
                          <a:pt x="3614" y="1919"/>
                        </a:lnTo>
                        <a:cubicBezTo>
                          <a:pt x="3569" y="1955"/>
                          <a:pt x="3534" y="1981"/>
                          <a:pt x="3498" y="2008"/>
                        </a:cubicBezTo>
                        <a:lnTo>
                          <a:pt x="3498" y="2008"/>
                        </a:lnTo>
                        <a:cubicBezTo>
                          <a:pt x="3382" y="2133"/>
                          <a:pt x="3311" y="2267"/>
                          <a:pt x="3239" y="2392"/>
                        </a:cubicBezTo>
                        <a:lnTo>
                          <a:pt x="3239" y="2392"/>
                        </a:lnTo>
                        <a:cubicBezTo>
                          <a:pt x="3132" y="2561"/>
                          <a:pt x="3043" y="2731"/>
                          <a:pt x="2829" y="2829"/>
                        </a:cubicBezTo>
                        <a:lnTo>
                          <a:pt x="2829" y="2829"/>
                        </a:lnTo>
                        <a:cubicBezTo>
                          <a:pt x="2731" y="2882"/>
                          <a:pt x="2624" y="2945"/>
                          <a:pt x="2526" y="3007"/>
                        </a:cubicBezTo>
                        <a:lnTo>
                          <a:pt x="2526" y="3007"/>
                        </a:lnTo>
                        <a:cubicBezTo>
                          <a:pt x="2552" y="2900"/>
                          <a:pt x="2534" y="2775"/>
                          <a:pt x="2481" y="2677"/>
                        </a:cubicBezTo>
                        <a:lnTo>
                          <a:pt x="2481" y="2677"/>
                        </a:lnTo>
                        <a:cubicBezTo>
                          <a:pt x="2419" y="2552"/>
                          <a:pt x="2294" y="2463"/>
                          <a:pt x="2124" y="2401"/>
                        </a:cubicBezTo>
                        <a:lnTo>
                          <a:pt x="2124" y="2401"/>
                        </a:lnTo>
                        <a:cubicBezTo>
                          <a:pt x="2008" y="2374"/>
                          <a:pt x="1892" y="2356"/>
                          <a:pt x="1785" y="2338"/>
                        </a:cubicBezTo>
                        <a:lnTo>
                          <a:pt x="1785" y="2338"/>
                        </a:lnTo>
                        <a:cubicBezTo>
                          <a:pt x="1749" y="2338"/>
                          <a:pt x="1714" y="2329"/>
                          <a:pt x="1678" y="2329"/>
                        </a:cubicBezTo>
                        <a:lnTo>
                          <a:pt x="1678" y="2329"/>
                        </a:lnTo>
                        <a:cubicBezTo>
                          <a:pt x="1633" y="2320"/>
                          <a:pt x="1580" y="2311"/>
                          <a:pt x="1544" y="2285"/>
                        </a:cubicBezTo>
                        <a:lnTo>
                          <a:pt x="1544" y="2285"/>
                        </a:lnTo>
                        <a:cubicBezTo>
                          <a:pt x="1509" y="2267"/>
                          <a:pt x="1482" y="2231"/>
                          <a:pt x="1482" y="2187"/>
                        </a:cubicBezTo>
                        <a:lnTo>
                          <a:pt x="1482" y="2187"/>
                        </a:lnTo>
                        <a:cubicBezTo>
                          <a:pt x="1491" y="2169"/>
                          <a:pt x="1500" y="2151"/>
                          <a:pt x="1517" y="2142"/>
                        </a:cubicBezTo>
                        <a:lnTo>
                          <a:pt x="1517" y="2142"/>
                        </a:lnTo>
                        <a:cubicBezTo>
                          <a:pt x="1526" y="2133"/>
                          <a:pt x="1535" y="2133"/>
                          <a:pt x="1553" y="2133"/>
                        </a:cubicBezTo>
                        <a:lnTo>
                          <a:pt x="1553" y="2133"/>
                        </a:lnTo>
                        <a:cubicBezTo>
                          <a:pt x="1571" y="2142"/>
                          <a:pt x="1589" y="2133"/>
                          <a:pt x="1589" y="2115"/>
                        </a:cubicBezTo>
                        <a:lnTo>
                          <a:pt x="1589" y="2115"/>
                        </a:lnTo>
                        <a:cubicBezTo>
                          <a:pt x="1598" y="2097"/>
                          <a:pt x="1589" y="2079"/>
                          <a:pt x="1571" y="2079"/>
                        </a:cubicBezTo>
                        <a:lnTo>
                          <a:pt x="1571" y="2079"/>
                        </a:lnTo>
                        <a:cubicBezTo>
                          <a:pt x="1544" y="2062"/>
                          <a:pt x="1509" y="2071"/>
                          <a:pt x="1482" y="2088"/>
                        </a:cubicBezTo>
                        <a:lnTo>
                          <a:pt x="1482" y="2088"/>
                        </a:lnTo>
                        <a:cubicBezTo>
                          <a:pt x="1446" y="2106"/>
                          <a:pt x="1428" y="2142"/>
                          <a:pt x="1419" y="2187"/>
                        </a:cubicBezTo>
                        <a:lnTo>
                          <a:pt x="1419" y="2187"/>
                        </a:lnTo>
                        <a:cubicBezTo>
                          <a:pt x="1419" y="2240"/>
                          <a:pt x="1455" y="2303"/>
                          <a:pt x="1509" y="2338"/>
                        </a:cubicBezTo>
                        <a:lnTo>
                          <a:pt x="1509" y="2338"/>
                        </a:lnTo>
                        <a:cubicBezTo>
                          <a:pt x="1562" y="2374"/>
                          <a:pt x="1616" y="2383"/>
                          <a:pt x="1669" y="2392"/>
                        </a:cubicBezTo>
                        <a:lnTo>
                          <a:pt x="1669" y="2392"/>
                        </a:lnTo>
                        <a:cubicBezTo>
                          <a:pt x="1705" y="2392"/>
                          <a:pt x="1741" y="2401"/>
                          <a:pt x="1776" y="2401"/>
                        </a:cubicBezTo>
                        <a:lnTo>
                          <a:pt x="1776" y="2401"/>
                        </a:lnTo>
                        <a:cubicBezTo>
                          <a:pt x="1883" y="2418"/>
                          <a:pt x="1999" y="2427"/>
                          <a:pt x="2097" y="2463"/>
                        </a:cubicBezTo>
                        <a:lnTo>
                          <a:pt x="2097" y="2463"/>
                        </a:lnTo>
                        <a:cubicBezTo>
                          <a:pt x="2258" y="2517"/>
                          <a:pt x="2374" y="2597"/>
                          <a:pt x="2427" y="2713"/>
                        </a:cubicBezTo>
                        <a:lnTo>
                          <a:pt x="2427" y="2713"/>
                        </a:lnTo>
                        <a:cubicBezTo>
                          <a:pt x="2490" y="2838"/>
                          <a:pt x="2499" y="3016"/>
                          <a:pt x="2410" y="3088"/>
                        </a:cubicBezTo>
                        <a:lnTo>
                          <a:pt x="2410" y="3088"/>
                        </a:lnTo>
                        <a:cubicBezTo>
                          <a:pt x="2410" y="3088"/>
                          <a:pt x="2410" y="3088"/>
                          <a:pt x="2410" y="3088"/>
                        </a:cubicBezTo>
                        <a:lnTo>
                          <a:pt x="2410" y="3088"/>
                        </a:lnTo>
                        <a:cubicBezTo>
                          <a:pt x="2178" y="3248"/>
                          <a:pt x="1990" y="3435"/>
                          <a:pt x="1830" y="3641"/>
                        </a:cubicBezTo>
                        <a:lnTo>
                          <a:pt x="1830" y="3641"/>
                        </a:lnTo>
                        <a:cubicBezTo>
                          <a:pt x="1856" y="3435"/>
                          <a:pt x="1776" y="3221"/>
                          <a:pt x="1598" y="3088"/>
                        </a:cubicBezTo>
                        <a:lnTo>
                          <a:pt x="1598" y="3088"/>
                        </a:lnTo>
                        <a:cubicBezTo>
                          <a:pt x="1589" y="3079"/>
                          <a:pt x="1571" y="3079"/>
                          <a:pt x="1562" y="3096"/>
                        </a:cubicBezTo>
                        <a:lnTo>
                          <a:pt x="1562" y="3096"/>
                        </a:lnTo>
                        <a:cubicBezTo>
                          <a:pt x="1544" y="3105"/>
                          <a:pt x="1553" y="3123"/>
                          <a:pt x="1562" y="3132"/>
                        </a:cubicBezTo>
                        <a:lnTo>
                          <a:pt x="1562" y="3132"/>
                        </a:lnTo>
                        <a:cubicBezTo>
                          <a:pt x="1767" y="3293"/>
                          <a:pt x="1830" y="3578"/>
                          <a:pt x="1714" y="3801"/>
                        </a:cubicBezTo>
                        <a:lnTo>
                          <a:pt x="1714" y="3801"/>
                        </a:lnTo>
                        <a:cubicBezTo>
                          <a:pt x="1714" y="3801"/>
                          <a:pt x="1714" y="3801"/>
                          <a:pt x="1714" y="3801"/>
                        </a:cubicBezTo>
                        <a:lnTo>
                          <a:pt x="1714" y="3801"/>
                        </a:lnTo>
                        <a:cubicBezTo>
                          <a:pt x="1669" y="3864"/>
                          <a:pt x="1633" y="3935"/>
                          <a:pt x="1598" y="3998"/>
                        </a:cubicBezTo>
                        <a:lnTo>
                          <a:pt x="1598" y="3998"/>
                        </a:lnTo>
                        <a:cubicBezTo>
                          <a:pt x="1598" y="3998"/>
                          <a:pt x="1598" y="3998"/>
                          <a:pt x="1598" y="4006"/>
                        </a:cubicBezTo>
                        <a:lnTo>
                          <a:pt x="1598" y="4006"/>
                        </a:lnTo>
                        <a:cubicBezTo>
                          <a:pt x="1509" y="4167"/>
                          <a:pt x="1446" y="4345"/>
                          <a:pt x="1410" y="4524"/>
                        </a:cubicBezTo>
                        <a:lnTo>
                          <a:pt x="1410" y="4524"/>
                        </a:lnTo>
                        <a:cubicBezTo>
                          <a:pt x="1330" y="4899"/>
                          <a:pt x="1375" y="5273"/>
                          <a:pt x="1509" y="5603"/>
                        </a:cubicBezTo>
                        <a:lnTo>
                          <a:pt x="1509" y="5603"/>
                        </a:lnTo>
                        <a:cubicBezTo>
                          <a:pt x="1500" y="5594"/>
                          <a:pt x="1491" y="5594"/>
                          <a:pt x="1482" y="5594"/>
                        </a:cubicBezTo>
                        <a:lnTo>
                          <a:pt x="1482" y="5594"/>
                        </a:lnTo>
                        <a:cubicBezTo>
                          <a:pt x="1178" y="5514"/>
                          <a:pt x="902" y="5380"/>
                          <a:pt x="688" y="5193"/>
                        </a:cubicBezTo>
                        <a:lnTo>
                          <a:pt x="688" y="5193"/>
                        </a:lnTo>
                        <a:cubicBezTo>
                          <a:pt x="688" y="5193"/>
                          <a:pt x="688" y="5193"/>
                          <a:pt x="688" y="5193"/>
                        </a:cubicBezTo>
                        <a:lnTo>
                          <a:pt x="688" y="5193"/>
                        </a:lnTo>
                        <a:cubicBezTo>
                          <a:pt x="697" y="5175"/>
                          <a:pt x="679" y="5157"/>
                          <a:pt x="670" y="5157"/>
                        </a:cubicBezTo>
                        <a:lnTo>
                          <a:pt x="670" y="5157"/>
                        </a:lnTo>
                        <a:cubicBezTo>
                          <a:pt x="625" y="5139"/>
                          <a:pt x="608" y="5095"/>
                          <a:pt x="616" y="5050"/>
                        </a:cubicBezTo>
                        <a:lnTo>
                          <a:pt x="616" y="5050"/>
                        </a:lnTo>
                        <a:cubicBezTo>
                          <a:pt x="625" y="5006"/>
                          <a:pt x="661" y="4952"/>
                          <a:pt x="688" y="4916"/>
                        </a:cubicBezTo>
                        <a:lnTo>
                          <a:pt x="688" y="4916"/>
                        </a:lnTo>
                        <a:lnTo>
                          <a:pt x="947" y="4568"/>
                        </a:lnTo>
                        <a:cubicBezTo>
                          <a:pt x="955" y="4551"/>
                          <a:pt x="955" y="4533"/>
                          <a:pt x="938" y="4524"/>
                        </a:cubicBezTo>
                        <a:lnTo>
                          <a:pt x="938" y="4524"/>
                        </a:lnTo>
                        <a:cubicBezTo>
                          <a:pt x="929" y="4506"/>
                          <a:pt x="911" y="4515"/>
                          <a:pt x="893" y="4524"/>
                        </a:cubicBezTo>
                        <a:lnTo>
                          <a:pt x="893" y="4524"/>
                        </a:lnTo>
                        <a:lnTo>
                          <a:pt x="634" y="4881"/>
                        </a:lnTo>
                        <a:cubicBezTo>
                          <a:pt x="608" y="4925"/>
                          <a:pt x="563" y="4979"/>
                          <a:pt x="554" y="5041"/>
                        </a:cubicBezTo>
                        <a:lnTo>
                          <a:pt x="554" y="5041"/>
                        </a:lnTo>
                        <a:cubicBezTo>
                          <a:pt x="554" y="5050"/>
                          <a:pt x="554" y="5059"/>
                          <a:pt x="554" y="5068"/>
                        </a:cubicBezTo>
                        <a:lnTo>
                          <a:pt x="554" y="5068"/>
                        </a:lnTo>
                        <a:cubicBezTo>
                          <a:pt x="545" y="5059"/>
                          <a:pt x="545" y="5050"/>
                          <a:pt x="536" y="5050"/>
                        </a:cubicBezTo>
                        <a:lnTo>
                          <a:pt x="536" y="5050"/>
                        </a:lnTo>
                        <a:cubicBezTo>
                          <a:pt x="161" y="4622"/>
                          <a:pt x="72" y="3998"/>
                          <a:pt x="331" y="3560"/>
                        </a:cubicBezTo>
                        <a:lnTo>
                          <a:pt x="331" y="3560"/>
                        </a:lnTo>
                        <a:cubicBezTo>
                          <a:pt x="331" y="3551"/>
                          <a:pt x="340" y="3543"/>
                          <a:pt x="340" y="3534"/>
                        </a:cubicBezTo>
                        <a:lnTo>
                          <a:pt x="340" y="3534"/>
                        </a:lnTo>
                        <a:cubicBezTo>
                          <a:pt x="349" y="3623"/>
                          <a:pt x="385" y="3712"/>
                          <a:pt x="465" y="3792"/>
                        </a:cubicBezTo>
                        <a:lnTo>
                          <a:pt x="465" y="3792"/>
                        </a:lnTo>
                        <a:cubicBezTo>
                          <a:pt x="563" y="3882"/>
                          <a:pt x="697" y="3935"/>
                          <a:pt x="839" y="3935"/>
                        </a:cubicBezTo>
                        <a:lnTo>
                          <a:pt x="839" y="3935"/>
                        </a:lnTo>
                        <a:cubicBezTo>
                          <a:pt x="857" y="3935"/>
                          <a:pt x="884" y="3935"/>
                          <a:pt x="911" y="3926"/>
                        </a:cubicBezTo>
                        <a:lnTo>
                          <a:pt x="911" y="3926"/>
                        </a:lnTo>
                        <a:cubicBezTo>
                          <a:pt x="929" y="3926"/>
                          <a:pt x="947" y="3908"/>
                          <a:pt x="938" y="3890"/>
                        </a:cubicBezTo>
                        <a:lnTo>
                          <a:pt x="938" y="3890"/>
                        </a:lnTo>
                        <a:cubicBezTo>
                          <a:pt x="938" y="3873"/>
                          <a:pt x="920" y="3864"/>
                          <a:pt x="902" y="3864"/>
                        </a:cubicBezTo>
                        <a:lnTo>
                          <a:pt x="902" y="3864"/>
                        </a:lnTo>
                        <a:cubicBezTo>
                          <a:pt x="759" y="3890"/>
                          <a:pt x="608" y="3846"/>
                          <a:pt x="509" y="3748"/>
                        </a:cubicBezTo>
                        <a:lnTo>
                          <a:pt x="509" y="3748"/>
                        </a:lnTo>
                        <a:cubicBezTo>
                          <a:pt x="402" y="3650"/>
                          <a:pt x="393" y="3534"/>
                          <a:pt x="402" y="3391"/>
                        </a:cubicBezTo>
                        <a:lnTo>
                          <a:pt x="402" y="3391"/>
                        </a:lnTo>
                        <a:cubicBezTo>
                          <a:pt x="474" y="3195"/>
                          <a:pt x="474" y="2998"/>
                          <a:pt x="474" y="2802"/>
                        </a:cubicBezTo>
                        <a:lnTo>
                          <a:pt x="474" y="2802"/>
                        </a:lnTo>
                        <a:cubicBezTo>
                          <a:pt x="474" y="2650"/>
                          <a:pt x="465" y="2499"/>
                          <a:pt x="500" y="2356"/>
                        </a:cubicBezTo>
                        <a:lnTo>
                          <a:pt x="500" y="2356"/>
                        </a:lnTo>
                        <a:cubicBezTo>
                          <a:pt x="500" y="2418"/>
                          <a:pt x="518" y="2481"/>
                          <a:pt x="545" y="2534"/>
                        </a:cubicBezTo>
                        <a:lnTo>
                          <a:pt x="545" y="2534"/>
                        </a:lnTo>
                        <a:cubicBezTo>
                          <a:pt x="634" y="2722"/>
                          <a:pt x="822" y="2847"/>
                          <a:pt x="1027" y="2865"/>
                        </a:cubicBezTo>
                        <a:lnTo>
                          <a:pt x="1027" y="2865"/>
                        </a:lnTo>
                        <a:lnTo>
                          <a:pt x="1027" y="2865"/>
                        </a:lnTo>
                        <a:lnTo>
                          <a:pt x="1027" y="2865"/>
                        </a:lnTo>
                        <a:cubicBezTo>
                          <a:pt x="1045" y="2865"/>
                          <a:pt x="1054" y="2847"/>
                          <a:pt x="1063" y="2838"/>
                        </a:cubicBezTo>
                        <a:lnTo>
                          <a:pt x="1063" y="2838"/>
                        </a:lnTo>
                        <a:cubicBezTo>
                          <a:pt x="1063" y="2820"/>
                          <a:pt x="1045" y="2802"/>
                          <a:pt x="1027" y="2802"/>
                        </a:cubicBezTo>
                        <a:lnTo>
                          <a:pt x="1027" y="2802"/>
                        </a:lnTo>
                        <a:cubicBezTo>
                          <a:pt x="848" y="2784"/>
                          <a:pt x="679" y="2668"/>
                          <a:pt x="608" y="2508"/>
                        </a:cubicBezTo>
                        <a:lnTo>
                          <a:pt x="608" y="2508"/>
                        </a:lnTo>
                        <a:cubicBezTo>
                          <a:pt x="527" y="2347"/>
                          <a:pt x="545" y="2142"/>
                          <a:pt x="652" y="1999"/>
                        </a:cubicBezTo>
                        <a:lnTo>
                          <a:pt x="652" y="1999"/>
                        </a:lnTo>
                        <a:cubicBezTo>
                          <a:pt x="652" y="1999"/>
                          <a:pt x="652" y="1999"/>
                          <a:pt x="652" y="1999"/>
                        </a:cubicBezTo>
                        <a:lnTo>
                          <a:pt x="652" y="1999"/>
                        </a:lnTo>
                        <a:cubicBezTo>
                          <a:pt x="768" y="1848"/>
                          <a:pt x="947" y="1714"/>
                          <a:pt x="1125" y="1580"/>
                        </a:cubicBezTo>
                        <a:lnTo>
                          <a:pt x="1125" y="1580"/>
                        </a:lnTo>
                        <a:cubicBezTo>
                          <a:pt x="1303" y="1446"/>
                          <a:pt x="1500" y="1312"/>
                          <a:pt x="1616" y="1152"/>
                        </a:cubicBezTo>
                        <a:lnTo>
                          <a:pt x="1616" y="1152"/>
                        </a:lnTo>
                        <a:cubicBezTo>
                          <a:pt x="1767" y="1152"/>
                          <a:pt x="1919" y="1232"/>
                          <a:pt x="2008" y="1357"/>
                        </a:cubicBezTo>
                        <a:lnTo>
                          <a:pt x="2008" y="1357"/>
                        </a:lnTo>
                        <a:cubicBezTo>
                          <a:pt x="2097" y="1491"/>
                          <a:pt x="2115" y="1678"/>
                          <a:pt x="2044" y="1821"/>
                        </a:cubicBezTo>
                        <a:lnTo>
                          <a:pt x="2044" y="1821"/>
                        </a:lnTo>
                        <a:cubicBezTo>
                          <a:pt x="2035" y="1839"/>
                          <a:pt x="2044" y="1856"/>
                          <a:pt x="2062" y="1865"/>
                        </a:cubicBezTo>
                        <a:lnTo>
                          <a:pt x="2062" y="1865"/>
                        </a:lnTo>
                        <a:cubicBezTo>
                          <a:pt x="2062" y="1865"/>
                          <a:pt x="2071" y="1865"/>
                          <a:pt x="2071" y="1865"/>
                        </a:cubicBezTo>
                        <a:lnTo>
                          <a:pt x="2071" y="1865"/>
                        </a:lnTo>
                        <a:cubicBezTo>
                          <a:pt x="2088" y="1865"/>
                          <a:pt x="2097" y="1856"/>
                          <a:pt x="2097" y="1848"/>
                        </a:cubicBezTo>
                        <a:lnTo>
                          <a:pt x="2097" y="1848"/>
                        </a:lnTo>
                        <a:cubicBezTo>
                          <a:pt x="2178" y="1687"/>
                          <a:pt x="2160" y="1473"/>
                          <a:pt x="2062" y="1321"/>
                        </a:cubicBezTo>
                        <a:lnTo>
                          <a:pt x="2062" y="1321"/>
                        </a:lnTo>
                        <a:cubicBezTo>
                          <a:pt x="1972" y="1187"/>
                          <a:pt x="1821" y="1098"/>
                          <a:pt x="1660" y="1089"/>
                        </a:cubicBezTo>
                        <a:lnTo>
                          <a:pt x="1660" y="1089"/>
                        </a:lnTo>
                        <a:cubicBezTo>
                          <a:pt x="1678" y="1054"/>
                          <a:pt x="1696" y="1018"/>
                          <a:pt x="1714" y="982"/>
                        </a:cubicBezTo>
                        <a:lnTo>
                          <a:pt x="1714" y="982"/>
                        </a:lnTo>
                        <a:cubicBezTo>
                          <a:pt x="1821" y="706"/>
                          <a:pt x="2062" y="456"/>
                          <a:pt x="2365" y="295"/>
                        </a:cubicBezTo>
                        <a:lnTo>
                          <a:pt x="2365" y="295"/>
                        </a:lnTo>
                        <a:cubicBezTo>
                          <a:pt x="2303" y="474"/>
                          <a:pt x="2338" y="679"/>
                          <a:pt x="2445" y="848"/>
                        </a:cubicBezTo>
                        <a:lnTo>
                          <a:pt x="2445" y="848"/>
                        </a:lnTo>
                        <a:cubicBezTo>
                          <a:pt x="2472" y="884"/>
                          <a:pt x="2508" y="920"/>
                          <a:pt x="2552" y="947"/>
                        </a:cubicBezTo>
                        <a:lnTo>
                          <a:pt x="2552" y="947"/>
                        </a:lnTo>
                        <a:cubicBezTo>
                          <a:pt x="2570" y="947"/>
                          <a:pt x="2579" y="947"/>
                          <a:pt x="2597" y="947"/>
                        </a:cubicBezTo>
                        <a:lnTo>
                          <a:pt x="2597" y="947"/>
                        </a:lnTo>
                        <a:cubicBezTo>
                          <a:pt x="2642" y="947"/>
                          <a:pt x="2686" y="929"/>
                          <a:pt x="2704" y="893"/>
                        </a:cubicBezTo>
                        <a:lnTo>
                          <a:pt x="2704" y="893"/>
                        </a:lnTo>
                        <a:cubicBezTo>
                          <a:pt x="2713" y="875"/>
                          <a:pt x="2704" y="857"/>
                          <a:pt x="2686" y="848"/>
                        </a:cubicBezTo>
                        <a:lnTo>
                          <a:pt x="2686" y="848"/>
                        </a:lnTo>
                        <a:cubicBezTo>
                          <a:pt x="2668" y="839"/>
                          <a:pt x="2650" y="848"/>
                          <a:pt x="2642" y="866"/>
                        </a:cubicBezTo>
                        <a:lnTo>
                          <a:pt x="2642" y="866"/>
                        </a:lnTo>
                        <a:cubicBezTo>
                          <a:pt x="2642" y="875"/>
                          <a:pt x="2615" y="884"/>
                          <a:pt x="2597" y="884"/>
                        </a:cubicBezTo>
                        <a:lnTo>
                          <a:pt x="2597" y="884"/>
                        </a:lnTo>
                        <a:cubicBezTo>
                          <a:pt x="2588" y="884"/>
                          <a:pt x="2579" y="884"/>
                          <a:pt x="2579" y="884"/>
                        </a:cubicBezTo>
                        <a:moveTo>
                          <a:pt x="6701" y="1589"/>
                        </a:moveTo>
                        <a:cubicBezTo>
                          <a:pt x="6710" y="1571"/>
                          <a:pt x="6710" y="1553"/>
                          <a:pt x="6701" y="1544"/>
                        </a:cubicBezTo>
                        <a:lnTo>
                          <a:pt x="6701" y="1544"/>
                        </a:lnTo>
                        <a:cubicBezTo>
                          <a:pt x="6656" y="1500"/>
                          <a:pt x="6594" y="1286"/>
                          <a:pt x="6611" y="1250"/>
                        </a:cubicBezTo>
                        <a:lnTo>
                          <a:pt x="6611" y="1250"/>
                        </a:lnTo>
                        <a:cubicBezTo>
                          <a:pt x="6629" y="1205"/>
                          <a:pt x="6683" y="1170"/>
                          <a:pt x="6736" y="1170"/>
                        </a:cubicBezTo>
                        <a:lnTo>
                          <a:pt x="6736" y="1170"/>
                        </a:lnTo>
                        <a:cubicBezTo>
                          <a:pt x="6736" y="1170"/>
                          <a:pt x="6736" y="1170"/>
                          <a:pt x="6745" y="1170"/>
                        </a:cubicBezTo>
                        <a:lnTo>
                          <a:pt x="6745" y="1170"/>
                        </a:lnTo>
                        <a:cubicBezTo>
                          <a:pt x="6870" y="1161"/>
                          <a:pt x="6995" y="1223"/>
                          <a:pt x="7111" y="1286"/>
                        </a:cubicBezTo>
                        <a:lnTo>
                          <a:pt x="7111" y="1286"/>
                        </a:lnTo>
                        <a:cubicBezTo>
                          <a:pt x="7254" y="1357"/>
                          <a:pt x="7405" y="1437"/>
                          <a:pt x="7575" y="1384"/>
                        </a:cubicBezTo>
                        <a:lnTo>
                          <a:pt x="7575" y="1384"/>
                        </a:lnTo>
                        <a:cubicBezTo>
                          <a:pt x="7843" y="1303"/>
                          <a:pt x="8155" y="1232"/>
                          <a:pt x="8449" y="1303"/>
                        </a:cubicBezTo>
                        <a:lnTo>
                          <a:pt x="8449" y="1303"/>
                        </a:lnTo>
                        <a:cubicBezTo>
                          <a:pt x="8467" y="1303"/>
                          <a:pt x="8494" y="1312"/>
                          <a:pt x="8521" y="1321"/>
                        </a:cubicBezTo>
                        <a:lnTo>
                          <a:pt x="8521" y="1321"/>
                        </a:lnTo>
                        <a:cubicBezTo>
                          <a:pt x="8592" y="1410"/>
                          <a:pt x="8628" y="1535"/>
                          <a:pt x="8601" y="1642"/>
                        </a:cubicBezTo>
                        <a:lnTo>
                          <a:pt x="8601" y="1642"/>
                        </a:lnTo>
                        <a:cubicBezTo>
                          <a:pt x="8574" y="1749"/>
                          <a:pt x="8494" y="1848"/>
                          <a:pt x="8387" y="1892"/>
                        </a:cubicBezTo>
                        <a:lnTo>
                          <a:pt x="8387" y="1892"/>
                        </a:lnTo>
                        <a:cubicBezTo>
                          <a:pt x="8378" y="1901"/>
                          <a:pt x="8369" y="1919"/>
                          <a:pt x="8378" y="1937"/>
                        </a:cubicBezTo>
                        <a:lnTo>
                          <a:pt x="8378" y="1937"/>
                        </a:lnTo>
                        <a:cubicBezTo>
                          <a:pt x="8378" y="1946"/>
                          <a:pt x="8387" y="1955"/>
                          <a:pt x="8405" y="1955"/>
                        </a:cubicBezTo>
                        <a:lnTo>
                          <a:pt x="8405" y="1955"/>
                        </a:lnTo>
                        <a:cubicBezTo>
                          <a:pt x="8405" y="1955"/>
                          <a:pt x="8413" y="1955"/>
                          <a:pt x="8413" y="1955"/>
                        </a:cubicBezTo>
                        <a:lnTo>
                          <a:pt x="8413" y="1955"/>
                        </a:lnTo>
                        <a:cubicBezTo>
                          <a:pt x="8538" y="1901"/>
                          <a:pt x="8636" y="1785"/>
                          <a:pt x="8663" y="1651"/>
                        </a:cubicBezTo>
                        <a:lnTo>
                          <a:pt x="8663" y="1651"/>
                        </a:lnTo>
                        <a:cubicBezTo>
                          <a:pt x="8681" y="1562"/>
                          <a:pt x="8672" y="1464"/>
                          <a:pt x="8628" y="1375"/>
                        </a:cubicBezTo>
                        <a:lnTo>
                          <a:pt x="8628" y="1375"/>
                        </a:lnTo>
                        <a:cubicBezTo>
                          <a:pt x="9011" y="1607"/>
                          <a:pt x="9243" y="2195"/>
                          <a:pt x="9270" y="2677"/>
                        </a:cubicBezTo>
                        <a:lnTo>
                          <a:pt x="9270" y="2677"/>
                        </a:lnTo>
                        <a:cubicBezTo>
                          <a:pt x="9199" y="2775"/>
                          <a:pt x="9047" y="2784"/>
                          <a:pt x="8931" y="2757"/>
                        </a:cubicBezTo>
                        <a:lnTo>
                          <a:pt x="8931" y="2757"/>
                        </a:lnTo>
                        <a:cubicBezTo>
                          <a:pt x="8886" y="2749"/>
                          <a:pt x="8833" y="2731"/>
                          <a:pt x="8788" y="2713"/>
                        </a:cubicBezTo>
                        <a:lnTo>
                          <a:pt x="8788" y="2713"/>
                        </a:lnTo>
                        <a:cubicBezTo>
                          <a:pt x="8699" y="2686"/>
                          <a:pt x="8610" y="2659"/>
                          <a:pt x="8521" y="2650"/>
                        </a:cubicBezTo>
                        <a:lnTo>
                          <a:pt x="8521" y="2650"/>
                        </a:lnTo>
                        <a:cubicBezTo>
                          <a:pt x="8351" y="2642"/>
                          <a:pt x="8182" y="2731"/>
                          <a:pt x="8083" y="2865"/>
                        </a:cubicBezTo>
                        <a:lnTo>
                          <a:pt x="8083" y="2865"/>
                        </a:lnTo>
                        <a:cubicBezTo>
                          <a:pt x="8074" y="2882"/>
                          <a:pt x="8074" y="2900"/>
                          <a:pt x="8092" y="2909"/>
                        </a:cubicBezTo>
                        <a:lnTo>
                          <a:pt x="8092" y="2909"/>
                        </a:lnTo>
                        <a:cubicBezTo>
                          <a:pt x="8101" y="2918"/>
                          <a:pt x="8101" y="2918"/>
                          <a:pt x="8110" y="2918"/>
                        </a:cubicBezTo>
                        <a:lnTo>
                          <a:pt x="8110" y="2918"/>
                        </a:lnTo>
                        <a:cubicBezTo>
                          <a:pt x="8119" y="2918"/>
                          <a:pt x="8128" y="2909"/>
                          <a:pt x="8137" y="2900"/>
                        </a:cubicBezTo>
                        <a:lnTo>
                          <a:pt x="8137" y="2900"/>
                        </a:lnTo>
                        <a:cubicBezTo>
                          <a:pt x="8217" y="2784"/>
                          <a:pt x="8369" y="2713"/>
                          <a:pt x="8521" y="2713"/>
                        </a:cubicBezTo>
                        <a:lnTo>
                          <a:pt x="8521" y="2713"/>
                        </a:lnTo>
                        <a:cubicBezTo>
                          <a:pt x="8601" y="2722"/>
                          <a:pt x="8681" y="2749"/>
                          <a:pt x="8761" y="2775"/>
                        </a:cubicBezTo>
                        <a:lnTo>
                          <a:pt x="8761" y="2775"/>
                        </a:lnTo>
                        <a:cubicBezTo>
                          <a:pt x="8815" y="2784"/>
                          <a:pt x="8868" y="2802"/>
                          <a:pt x="8922" y="2820"/>
                        </a:cubicBezTo>
                        <a:lnTo>
                          <a:pt x="8922" y="2820"/>
                        </a:lnTo>
                        <a:cubicBezTo>
                          <a:pt x="9029" y="2847"/>
                          <a:pt x="9172" y="2838"/>
                          <a:pt x="9270" y="2757"/>
                        </a:cubicBezTo>
                        <a:lnTo>
                          <a:pt x="9270" y="2757"/>
                        </a:lnTo>
                        <a:cubicBezTo>
                          <a:pt x="9270" y="2820"/>
                          <a:pt x="9270" y="2882"/>
                          <a:pt x="9261" y="2945"/>
                        </a:cubicBezTo>
                        <a:lnTo>
                          <a:pt x="9261" y="2945"/>
                        </a:lnTo>
                        <a:cubicBezTo>
                          <a:pt x="9199" y="3400"/>
                          <a:pt x="8904" y="3792"/>
                          <a:pt x="8645" y="4140"/>
                        </a:cubicBezTo>
                        <a:lnTo>
                          <a:pt x="8645" y="4140"/>
                        </a:lnTo>
                        <a:cubicBezTo>
                          <a:pt x="8574" y="4229"/>
                          <a:pt x="8503" y="4319"/>
                          <a:pt x="8431" y="4408"/>
                        </a:cubicBezTo>
                        <a:lnTo>
                          <a:pt x="8431" y="4408"/>
                        </a:lnTo>
                        <a:cubicBezTo>
                          <a:pt x="8396" y="4212"/>
                          <a:pt x="8262" y="3962"/>
                          <a:pt x="8119" y="3864"/>
                        </a:cubicBezTo>
                        <a:lnTo>
                          <a:pt x="8119" y="3864"/>
                        </a:lnTo>
                        <a:cubicBezTo>
                          <a:pt x="7950" y="3757"/>
                          <a:pt x="7727" y="3730"/>
                          <a:pt x="7530" y="3801"/>
                        </a:cubicBezTo>
                        <a:lnTo>
                          <a:pt x="7530" y="3801"/>
                        </a:lnTo>
                        <a:cubicBezTo>
                          <a:pt x="7530" y="3801"/>
                          <a:pt x="7521" y="3810"/>
                          <a:pt x="7512" y="3819"/>
                        </a:cubicBezTo>
                        <a:lnTo>
                          <a:pt x="7512" y="3819"/>
                        </a:lnTo>
                        <a:cubicBezTo>
                          <a:pt x="7512" y="3828"/>
                          <a:pt x="7512" y="3837"/>
                          <a:pt x="7512" y="3846"/>
                        </a:cubicBezTo>
                        <a:lnTo>
                          <a:pt x="7512" y="3846"/>
                        </a:lnTo>
                        <a:cubicBezTo>
                          <a:pt x="7539" y="3899"/>
                          <a:pt x="7611" y="3926"/>
                          <a:pt x="7664" y="3908"/>
                        </a:cubicBezTo>
                        <a:lnTo>
                          <a:pt x="7664" y="3908"/>
                        </a:lnTo>
                        <a:cubicBezTo>
                          <a:pt x="7682" y="3899"/>
                          <a:pt x="7691" y="3882"/>
                          <a:pt x="7682" y="3864"/>
                        </a:cubicBezTo>
                        <a:lnTo>
                          <a:pt x="7682" y="3864"/>
                        </a:lnTo>
                        <a:cubicBezTo>
                          <a:pt x="7673" y="3846"/>
                          <a:pt x="7655" y="3837"/>
                          <a:pt x="7637" y="3846"/>
                        </a:cubicBezTo>
                        <a:lnTo>
                          <a:pt x="7637" y="3846"/>
                        </a:lnTo>
                        <a:cubicBezTo>
                          <a:pt x="7628" y="3846"/>
                          <a:pt x="7619" y="3846"/>
                          <a:pt x="7611" y="3846"/>
                        </a:cubicBezTo>
                        <a:lnTo>
                          <a:pt x="7611" y="3846"/>
                        </a:lnTo>
                        <a:cubicBezTo>
                          <a:pt x="7762" y="3801"/>
                          <a:pt x="7941" y="3828"/>
                          <a:pt x="8083" y="3917"/>
                        </a:cubicBezTo>
                        <a:lnTo>
                          <a:pt x="8083" y="3917"/>
                        </a:lnTo>
                        <a:cubicBezTo>
                          <a:pt x="8226" y="4015"/>
                          <a:pt x="8360" y="4292"/>
                          <a:pt x="8378" y="4479"/>
                        </a:cubicBezTo>
                        <a:lnTo>
                          <a:pt x="8378" y="4479"/>
                        </a:lnTo>
                        <a:cubicBezTo>
                          <a:pt x="8280" y="4595"/>
                          <a:pt x="8173" y="4720"/>
                          <a:pt x="8048" y="4818"/>
                        </a:cubicBezTo>
                        <a:lnTo>
                          <a:pt x="8048" y="4818"/>
                        </a:lnTo>
                        <a:cubicBezTo>
                          <a:pt x="7869" y="4979"/>
                          <a:pt x="7664" y="5104"/>
                          <a:pt x="7459" y="5229"/>
                        </a:cubicBezTo>
                        <a:lnTo>
                          <a:pt x="7459" y="5229"/>
                        </a:lnTo>
                        <a:cubicBezTo>
                          <a:pt x="7423" y="5246"/>
                          <a:pt x="7396" y="5273"/>
                          <a:pt x="7361" y="5291"/>
                        </a:cubicBezTo>
                        <a:lnTo>
                          <a:pt x="7361" y="5291"/>
                        </a:lnTo>
                        <a:cubicBezTo>
                          <a:pt x="7396" y="4881"/>
                          <a:pt x="7120" y="4470"/>
                          <a:pt x="6718" y="4372"/>
                        </a:cubicBezTo>
                        <a:lnTo>
                          <a:pt x="6718" y="4372"/>
                        </a:lnTo>
                        <a:cubicBezTo>
                          <a:pt x="6576" y="4328"/>
                          <a:pt x="6424" y="4328"/>
                          <a:pt x="6272" y="4328"/>
                        </a:cubicBezTo>
                        <a:lnTo>
                          <a:pt x="6272" y="4328"/>
                        </a:lnTo>
                        <a:cubicBezTo>
                          <a:pt x="6049" y="4328"/>
                          <a:pt x="5844" y="4328"/>
                          <a:pt x="5675" y="4212"/>
                        </a:cubicBezTo>
                        <a:lnTo>
                          <a:pt x="5675" y="4212"/>
                        </a:lnTo>
                        <a:cubicBezTo>
                          <a:pt x="5657" y="4203"/>
                          <a:pt x="5639" y="4203"/>
                          <a:pt x="5630" y="4221"/>
                        </a:cubicBezTo>
                        <a:lnTo>
                          <a:pt x="5630" y="4221"/>
                        </a:lnTo>
                        <a:cubicBezTo>
                          <a:pt x="5621" y="4229"/>
                          <a:pt x="5621" y="4256"/>
                          <a:pt x="5639" y="4265"/>
                        </a:cubicBezTo>
                        <a:lnTo>
                          <a:pt x="5639" y="4265"/>
                        </a:lnTo>
                        <a:cubicBezTo>
                          <a:pt x="5826" y="4390"/>
                          <a:pt x="6049" y="4390"/>
                          <a:pt x="6272" y="4390"/>
                        </a:cubicBezTo>
                        <a:lnTo>
                          <a:pt x="6272" y="4390"/>
                        </a:lnTo>
                        <a:cubicBezTo>
                          <a:pt x="6415" y="4390"/>
                          <a:pt x="6567" y="4390"/>
                          <a:pt x="6701" y="4435"/>
                        </a:cubicBezTo>
                        <a:lnTo>
                          <a:pt x="6701" y="4435"/>
                        </a:lnTo>
                        <a:cubicBezTo>
                          <a:pt x="7075" y="4533"/>
                          <a:pt x="7343" y="4934"/>
                          <a:pt x="7298" y="5318"/>
                        </a:cubicBezTo>
                        <a:lnTo>
                          <a:pt x="7298" y="5318"/>
                        </a:lnTo>
                        <a:cubicBezTo>
                          <a:pt x="7289" y="5318"/>
                          <a:pt x="7298" y="5327"/>
                          <a:pt x="7298" y="5327"/>
                        </a:cubicBezTo>
                        <a:lnTo>
                          <a:pt x="7298" y="5327"/>
                        </a:lnTo>
                        <a:cubicBezTo>
                          <a:pt x="7227" y="5371"/>
                          <a:pt x="7156" y="5416"/>
                          <a:pt x="7084" y="5469"/>
                        </a:cubicBezTo>
                        <a:lnTo>
                          <a:pt x="7084" y="5469"/>
                        </a:lnTo>
                        <a:cubicBezTo>
                          <a:pt x="6843" y="5639"/>
                          <a:pt x="6620" y="5835"/>
                          <a:pt x="6406" y="6031"/>
                        </a:cubicBezTo>
                        <a:lnTo>
                          <a:pt x="6406" y="6031"/>
                        </a:lnTo>
                        <a:cubicBezTo>
                          <a:pt x="6397" y="6040"/>
                          <a:pt x="6379" y="6049"/>
                          <a:pt x="6371" y="6058"/>
                        </a:cubicBezTo>
                        <a:lnTo>
                          <a:pt x="6371" y="6058"/>
                        </a:lnTo>
                        <a:cubicBezTo>
                          <a:pt x="6379" y="5898"/>
                          <a:pt x="6299" y="5737"/>
                          <a:pt x="6139" y="5585"/>
                        </a:cubicBezTo>
                        <a:lnTo>
                          <a:pt x="6139" y="5585"/>
                        </a:lnTo>
                        <a:cubicBezTo>
                          <a:pt x="5987" y="5434"/>
                          <a:pt x="5791" y="5345"/>
                          <a:pt x="5612" y="5273"/>
                        </a:cubicBezTo>
                        <a:lnTo>
                          <a:pt x="5612" y="5273"/>
                        </a:lnTo>
                        <a:cubicBezTo>
                          <a:pt x="5568" y="5255"/>
                          <a:pt x="5523" y="5238"/>
                          <a:pt x="5470" y="5229"/>
                        </a:cubicBezTo>
                        <a:lnTo>
                          <a:pt x="5470" y="5229"/>
                        </a:lnTo>
                        <a:cubicBezTo>
                          <a:pt x="5336" y="5175"/>
                          <a:pt x="5193" y="5122"/>
                          <a:pt x="5059" y="5050"/>
                        </a:cubicBezTo>
                        <a:lnTo>
                          <a:pt x="5059" y="5050"/>
                        </a:lnTo>
                        <a:cubicBezTo>
                          <a:pt x="5006" y="5023"/>
                          <a:pt x="4943" y="4979"/>
                          <a:pt x="4907" y="4925"/>
                        </a:cubicBezTo>
                        <a:lnTo>
                          <a:pt x="4907" y="4925"/>
                        </a:lnTo>
                        <a:cubicBezTo>
                          <a:pt x="4881" y="4881"/>
                          <a:pt x="4863" y="4809"/>
                          <a:pt x="4899" y="4765"/>
                        </a:cubicBezTo>
                        <a:lnTo>
                          <a:pt x="4899" y="4765"/>
                        </a:lnTo>
                        <a:cubicBezTo>
                          <a:pt x="4916" y="4738"/>
                          <a:pt x="4943" y="4720"/>
                          <a:pt x="4970" y="4720"/>
                        </a:cubicBezTo>
                        <a:lnTo>
                          <a:pt x="4970" y="4720"/>
                        </a:lnTo>
                        <a:cubicBezTo>
                          <a:pt x="4988" y="4720"/>
                          <a:pt x="5015" y="4720"/>
                          <a:pt x="5032" y="4738"/>
                        </a:cubicBezTo>
                        <a:lnTo>
                          <a:pt x="5032" y="4738"/>
                        </a:lnTo>
                        <a:cubicBezTo>
                          <a:pt x="5041" y="4756"/>
                          <a:pt x="5059" y="4756"/>
                          <a:pt x="5077" y="4747"/>
                        </a:cubicBezTo>
                        <a:lnTo>
                          <a:pt x="5077" y="4747"/>
                        </a:lnTo>
                        <a:cubicBezTo>
                          <a:pt x="5086" y="4729"/>
                          <a:pt x="5086" y="4711"/>
                          <a:pt x="5077" y="4702"/>
                        </a:cubicBezTo>
                        <a:lnTo>
                          <a:pt x="5077" y="4702"/>
                        </a:lnTo>
                        <a:cubicBezTo>
                          <a:pt x="5050" y="4667"/>
                          <a:pt x="5015" y="4658"/>
                          <a:pt x="4970" y="4658"/>
                        </a:cubicBezTo>
                        <a:lnTo>
                          <a:pt x="4970" y="4658"/>
                        </a:lnTo>
                        <a:cubicBezTo>
                          <a:pt x="4916" y="4658"/>
                          <a:pt x="4872" y="4684"/>
                          <a:pt x="4845" y="4729"/>
                        </a:cubicBezTo>
                        <a:lnTo>
                          <a:pt x="4845" y="4729"/>
                        </a:lnTo>
                        <a:cubicBezTo>
                          <a:pt x="4800" y="4800"/>
                          <a:pt x="4818" y="4899"/>
                          <a:pt x="4854" y="4961"/>
                        </a:cubicBezTo>
                        <a:lnTo>
                          <a:pt x="4854" y="4961"/>
                        </a:lnTo>
                        <a:cubicBezTo>
                          <a:pt x="4899" y="5023"/>
                          <a:pt x="4970" y="5068"/>
                          <a:pt x="5032" y="5104"/>
                        </a:cubicBezTo>
                        <a:lnTo>
                          <a:pt x="5032" y="5104"/>
                        </a:lnTo>
                        <a:cubicBezTo>
                          <a:pt x="5166" y="5175"/>
                          <a:pt x="5309" y="5229"/>
                          <a:pt x="5452" y="5282"/>
                        </a:cubicBezTo>
                        <a:lnTo>
                          <a:pt x="5452" y="5282"/>
                        </a:lnTo>
                        <a:cubicBezTo>
                          <a:pt x="5496" y="5300"/>
                          <a:pt x="5541" y="5318"/>
                          <a:pt x="5594" y="5336"/>
                        </a:cubicBezTo>
                        <a:lnTo>
                          <a:pt x="5594" y="5336"/>
                        </a:lnTo>
                        <a:cubicBezTo>
                          <a:pt x="5755" y="5398"/>
                          <a:pt x="5951" y="5487"/>
                          <a:pt x="6094" y="5630"/>
                        </a:cubicBezTo>
                        <a:lnTo>
                          <a:pt x="6094" y="5630"/>
                        </a:lnTo>
                        <a:cubicBezTo>
                          <a:pt x="6263" y="5782"/>
                          <a:pt x="6326" y="5951"/>
                          <a:pt x="6308" y="6112"/>
                        </a:cubicBezTo>
                        <a:lnTo>
                          <a:pt x="6308" y="6112"/>
                        </a:lnTo>
                        <a:cubicBezTo>
                          <a:pt x="6308" y="6112"/>
                          <a:pt x="6308" y="6112"/>
                          <a:pt x="6308" y="6121"/>
                        </a:cubicBezTo>
                        <a:lnTo>
                          <a:pt x="6308" y="6121"/>
                        </a:lnTo>
                        <a:cubicBezTo>
                          <a:pt x="6156" y="6255"/>
                          <a:pt x="5996" y="6388"/>
                          <a:pt x="5835" y="6513"/>
                        </a:cubicBezTo>
                        <a:lnTo>
                          <a:pt x="5835" y="6513"/>
                        </a:lnTo>
                        <a:cubicBezTo>
                          <a:pt x="5505" y="6754"/>
                          <a:pt x="5006" y="7031"/>
                          <a:pt x="4479" y="7013"/>
                        </a:cubicBezTo>
                        <a:lnTo>
                          <a:pt x="4479" y="7013"/>
                        </a:lnTo>
                        <a:cubicBezTo>
                          <a:pt x="4702" y="6897"/>
                          <a:pt x="4854" y="6692"/>
                          <a:pt x="4890" y="6442"/>
                        </a:cubicBezTo>
                        <a:lnTo>
                          <a:pt x="4890" y="6442"/>
                        </a:lnTo>
                        <a:cubicBezTo>
                          <a:pt x="4934" y="6147"/>
                          <a:pt x="4792" y="5826"/>
                          <a:pt x="4542" y="5666"/>
                        </a:cubicBezTo>
                        <a:lnTo>
                          <a:pt x="4542" y="5666"/>
                        </a:lnTo>
                        <a:cubicBezTo>
                          <a:pt x="4524" y="5657"/>
                          <a:pt x="4506" y="5657"/>
                          <a:pt x="4497" y="5675"/>
                        </a:cubicBezTo>
                        <a:lnTo>
                          <a:pt x="4497" y="5675"/>
                        </a:lnTo>
                        <a:cubicBezTo>
                          <a:pt x="4488" y="5684"/>
                          <a:pt x="4497" y="5710"/>
                          <a:pt x="4506" y="5719"/>
                        </a:cubicBezTo>
                        <a:lnTo>
                          <a:pt x="4506" y="5719"/>
                        </a:lnTo>
                        <a:cubicBezTo>
                          <a:pt x="4738" y="5862"/>
                          <a:pt x="4872" y="6156"/>
                          <a:pt x="4827" y="6433"/>
                        </a:cubicBezTo>
                        <a:lnTo>
                          <a:pt x="4827" y="6433"/>
                        </a:lnTo>
                        <a:cubicBezTo>
                          <a:pt x="4792" y="6701"/>
                          <a:pt x="4604" y="6915"/>
                          <a:pt x="4345" y="6995"/>
                        </a:cubicBezTo>
                        <a:lnTo>
                          <a:pt x="4345" y="6995"/>
                        </a:lnTo>
                        <a:cubicBezTo>
                          <a:pt x="4149" y="6968"/>
                          <a:pt x="3962" y="6897"/>
                          <a:pt x="3783" y="6825"/>
                        </a:cubicBezTo>
                        <a:lnTo>
                          <a:pt x="3783" y="6825"/>
                        </a:lnTo>
                        <a:cubicBezTo>
                          <a:pt x="3676" y="6781"/>
                          <a:pt x="3560" y="6736"/>
                          <a:pt x="3444" y="6701"/>
                        </a:cubicBezTo>
                        <a:lnTo>
                          <a:pt x="3444" y="6701"/>
                        </a:lnTo>
                        <a:cubicBezTo>
                          <a:pt x="3293" y="6656"/>
                          <a:pt x="3141" y="6629"/>
                          <a:pt x="2998" y="6602"/>
                        </a:cubicBezTo>
                        <a:lnTo>
                          <a:pt x="2998" y="6602"/>
                        </a:lnTo>
                        <a:cubicBezTo>
                          <a:pt x="3097" y="6576"/>
                          <a:pt x="3186" y="6540"/>
                          <a:pt x="3266" y="6478"/>
                        </a:cubicBezTo>
                        <a:lnTo>
                          <a:pt x="3266" y="6478"/>
                        </a:lnTo>
                        <a:cubicBezTo>
                          <a:pt x="3409" y="6370"/>
                          <a:pt x="3507" y="6192"/>
                          <a:pt x="3516" y="6014"/>
                        </a:cubicBezTo>
                        <a:lnTo>
                          <a:pt x="3516" y="6014"/>
                        </a:lnTo>
                        <a:cubicBezTo>
                          <a:pt x="3516" y="5996"/>
                          <a:pt x="3507" y="5978"/>
                          <a:pt x="3489" y="5978"/>
                        </a:cubicBezTo>
                        <a:lnTo>
                          <a:pt x="3489" y="5978"/>
                        </a:lnTo>
                        <a:cubicBezTo>
                          <a:pt x="3471" y="5978"/>
                          <a:pt x="3453" y="5987"/>
                          <a:pt x="3453" y="6005"/>
                        </a:cubicBezTo>
                        <a:lnTo>
                          <a:pt x="3453" y="6005"/>
                        </a:lnTo>
                        <a:cubicBezTo>
                          <a:pt x="3444" y="6165"/>
                          <a:pt x="3355" y="6326"/>
                          <a:pt x="3221" y="6424"/>
                        </a:cubicBezTo>
                        <a:lnTo>
                          <a:pt x="3221" y="6424"/>
                        </a:lnTo>
                        <a:cubicBezTo>
                          <a:pt x="3097" y="6531"/>
                          <a:pt x="2918" y="6576"/>
                          <a:pt x="2758" y="6549"/>
                        </a:cubicBezTo>
                        <a:lnTo>
                          <a:pt x="2758" y="6549"/>
                        </a:lnTo>
                        <a:cubicBezTo>
                          <a:pt x="2749" y="6549"/>
                          <a:pt x="2749" y="6549"/>
                          <a:pt x="2740" y="6549"/>
                        </a:cubicBezTo>
                        <a:lnTo>
                          <a:pt x="2740" y="6549"/>
                        </a:lnTo>
                        <a:cubicBezTo>
                          <a:pt x="2597" y="6513"/>
                          <a:pt x="2454" y="6478"/>
                          <a:pt x="2320" y="6415"/>
                        </a:cubicBezTo>
                        <a:lnTo>
                          <a:pt x="2320" y="6415"/>
                        </a:lnTo>
                        <a:cubicBezTo>
                          <a:pt x="2106" y="6308"/>
                          <a:pt x="1919" y="6147"/>
                          <a:pt x="1776" y="5951"/>
                        </a:cubicBezTo>
                        <a:lnTo>
                          <a:pt x="1776" y="5951"/>
                        </a:lnTo>
                        <a:cubicBezTo>
                          <a:pt x="1812" y="5960"/>
                          <a:pt x="1856" y="5969"/>
                          <a:pt x="1892" y="5969"/>
                        </a:cubicBezTo>
                        <a:lnTo>
                          <a:pt x="1892" y="5969"/>
                        </a:lnTo>
                        <a:cubicBezTo>
                          <a:pt x="1990" y="5969"/>
                          <a:pt x="2080" y="5933"/>
                          <a:pt x="2160" y="5880"/>
                        </a:cubicBezTo>
                        <a:lnTo>
                          <a:pt x="2160" y="5880"/>
                        </a:lnTo>
                        <a:cubicBezTo>
                          <a:pt x="2267" y="5800"/>
                          <a:pt x="2338" y="5657"/>
                          <a:pt x="2338" y="5514"/>
                        </a:cubicBezTo>
                        <a:lnTo>
                          <a:pt x="2338" y="5514"/>
                        </a:lnTo>
                        <a:cubicBezTo>
                          <a:pt x="2329" y="5496"/>
                          <a:pt x="2320" y="5478"/>
                          <a:pt x="2303" y="5487"/>
                        </a:cubicBezTo>
                        <a:lnTo>
                          <a:pt x="2303" y="5487"/>
                        </a:lnTo>
                        <a:cubicBezTo>
                          <a:pt x="2285" y="5487"/>
                          <a:pt x="2267" y="5496"/>
                          <a:pt x="2267" y="5514"/>
                        </a:cubicBezTo>
                        <a:lnTo>
                          <a:pt x="2267" y="5514"/>
                        </a:lnTo>
                        <a:cubicBezTo>
                          <a:pt x="2276" y="5639"/>
                          <a:pt x="2213" y="5755"/>
                          <a:pt x="2115" y="5826"/>
                        </a:cubicBezTo>
                        <a:lnTo>
                          <a:pt x="2115" y="5826"/>
                        </a:lnTo>
                        <a:cubicBezTo>
                          <a:pt x="2017" y="5907"/>
                          <a:pt x="1892" y="5924"/>
                          <a:pt x="1776" y="5880"/>
                        </a:cubicBezTo>
                        <a:lnTo>
                          <a:pt x="1776" y="5880"/>
                        </a:lnTo>
                        <a:cubicBezTo>
                          <a:pt x="1758" y="5880"/>
                          <a:pt x="1741" y="5880"/>
                          <a:pt x="1741" y="5898"/>
                        </a:cubicBezTo>
                        <a:lnTo>
                          <a:pt x="1741" y="5898"/>
                        </a:lnTo>
                        <a:cubicBezTo>
                          <a:pt x="1482" y="5514"/>
                          <a:pt x="1366" y="5015"/>
                          <a:pt x="1473" y="4542"/>
                        </a:cubicBezTo>
                        <a:lnTo>
                          <a:pt x="1473" y="4542"/>
                        </a:lnTo>
                        <a:cubicBezTo>
                          <a:pt x="1500" y="4399"/>
                          <a:pt x="1544" y="4265"/>
                          <a:pt x="1607" y="4131"/>
                        </a:cubicBezTo>
                        <a:lnTo>
                          <a:pt x="1607" y="4131"/>
                        </a:lnTo>
                        <a:cubicBezTo>
                          <a:pt x="1616" y="4194"/>
                          <a:pt x="1642" y="4247"/>
                          <a:pt x="1714" y="4292"/>
                        </a:cubicBezTo>
                        <a:lnTo>
                          <a:pt x="1714" y="4292"/>
                        </a:lnTo>
                        <a:cubicBezTo>
                          <a:pt x="1776" y="4337"/>
                          <a:pt x="1856" y="4363"/>
                          <a:pt x="1928" y="4363"/>
                        </a:cubicBezTo>
                        <a:lnTo>
                          <a:pt x="1928" y="4363"/>
                        </a:lnTo>
                        <a:cubicBezTo>
                          <a:pt x="1972" y="4363"/>
                          <a:pt x="2017" y="4354"/>
                          <a:pt x="2053" y="4337"/>
                        </a:cubicBezTo>
                        <a:lnTo>
                          <a:pt x="2053" y="4337"/>
                        </a:lnTo>
                        <a:cubicBezTo>
                          <a:pt x="2071" y="4337"/>
                          <a:pt x="2080" y="4319"/>
                          <a:pt x="2071" y="4301"/>
                        </a:cubicBezTo>
                        <a:lnTo>
                          <a:pt x="2071" y="4301"/>
                        </a:lnTo>
                        <a:cubicBezTo>
                          <a:pt x="2071" y="4283"/>
                          <a:pt x="2053" y="4274"/>
                          <a:pt x="2035" y="4283"/>
                        </a:cubicBezTo>
                        <a:lnTo>
                          <a:pt x="2035" y="4283"/>
                        </a:lnTo>
                        <a:cubicBezTo>
                          <a:pt x="1937" y="4319"/>
                          <a:pt x="1830" y="4301"/>
                          <a:pt x="1749" y="4238"/>
                        </a:cubicBezTo>
                        <a:lnTo>
                          <a:pt x="1749" y="4238"/>
                        </a:lnTo>
                        <a:cubicBezTo>
                          <a:pt x="1669" y="4194"/>
                          <a:pt x="1660" y="4122"/>
                          <a:pt x="1660" y="4024"/>
                        </a:cubicBezTo>
                        <a:lnTo>
                          <a:pt x="1660" y="4024"/>
                        </a:lnTo>
                        <a:cubicBezTo>
                          <a:pt x="1830" y="3685"/>
                          <a:pt x="2106" y="3382"/>
                          <a:pt x="2445" y="3141"/>
                        </a:cubicBezTo>
                        <a:lnTo>
                          <a:pt x="2445" y="3141"/>
                        </a:lnTo>
                        <a:lnTo>
                          <a:pt x="2445" y="3141"/>
                        </a:lnTo>
                        <a:cubicBezTo>
                          <a:pt x="2570" y="3043"/>
                          <a:pt x="2713" y="2963"/>
                          <a:pt x="2865" y="2891"/>
                        </a:cubicBezTo>
                        <a:lnTo>
                          <a:pt x="2865" y="2891"/>
                        </a:lnTo>
                        <a:cubicBezTo>
                          <a:pt x="2936" y="2856"/>
                          <a:pt x="2989" y="2811"/>
                          <a:pt x="3043" y="2766"/>
                        </a:cubicBezTo>
                        <a:lnTo>
                          <a:pt x="3043" y="2766"/>
                        </a:lnTo>
                        <a:cubicBezTo>
                          <a:pt x="3230" y="2882"/>
                          <a:pt x="3346" y="3070"/>
                          <a:pt x="3400" y="3320"/>
                        </a:cubicBezTo>
                        <a:lnTo>
                          <a:pt x="3400" y="3320"/>
                        </a:lnTo>
                        <a:cubicBezTo>
                          <a:pt x="3444" y="3560"/>
                          <a:pt x="3391" y="3819"/>
                          <a:pt x="3248" y="4015"/>
                        </a:cubicBezTo>
                        <a:lnTo>
                          <a:pt x="3248" y="4015"/>
                        </a:lnTo>
                        <a:cubicBezTo>
                          <a:pt x="3186" y="4105"/>
                          <a:pt x="3114" y="4176"/>
                          <a:pt x="3043" y="4247"/>
                        </a:cubicBezTo>
                        <a:lnTo>
                          <a:pt x="3043" y="4247"/>
                        </a:lnTo>
                        <a:cubicBezTo>
                          <a:pt x="2998" y="4292"/>
                          <a:pt x="2954" y="4337"/>
                          <a:pt x="2909" y="4390"/>
                        </a:cubicBezTo>
                        <a:lnTo>
                          <a:pt x="2909" y="4390"/>
                        </a:lnTo>
                        <a:cubicBezTo>
                          <a:pt x="2766" y="4551"/>
                          <a:pt x="2695" y="4702"/>
                          <a:pt x="2704" y="4854"/>
                        </a:cubicBezTo>
                        <a:lnTo>
                          <a:pt x="2704" y="4854"/>
                        </a:lnTo>
                        <a:cubicBezTo>
                          <a:pt x="2704" y="4961"/>
                          <a:pt x="2758" y="5068"/>
                          <a:pt x="2838" y="5130"/>
                        </a:cubicBezTo>
                        <a:lnTo>
                          <a:pt x="2838" y="5130"/>
                        </a:lnTo>
                        <a:cubicBezTo>
                          <a:pt x="2891" y="5175"/>
                          <a:pt x="2963" y="5202"/>
                          <a:pt x="3025" y="5202"/>
                        </a:cubicBezTo>
                        <a:lnTo>
                          <a:pt x="3025" y="5202"/>
                        </a:lnTo>
                        <a:cubicBezTo>
                          <a:pt x="3034" y="5202"/>
                          <a:pt x="3043" y="5202"/>
                          <a:pt x="3061" y="5202"/>
                        </a:cubicBezTo>
                        <a:lnTo>
                          <a:pt x="3061" y="5202"/>
                        </a:lnTo>
                        <a:cubicBezTo>
                          <a:pt x="3079" y="5202"/>
                          <a:pt x="3088" y="5184"/>
                          <a:pt x="3088" y="5166"/>
                        </a:cubicBezTo>
                        <a:lnTo>
                          <a:pt x="3088" y="5166"/>
                        </a:lnTo>
                        <a:cubicBezTo>
                          <a:pt x="3079" y="5148"/>
                          <a:pt x="3070" y="5139"/>
                          <a:pt x="3052" y="5139"/>
                        </a:cubicBezTo>
                        <a:lnTo>
                          <a:pt x="3052" y="5139"/>
                        </a:lnTo>
                        <a:cubicBezTo>
                          <a:pt x="2989" y="5148"/>
                          <a:pt x="2927" y="5130"/>
                          <a:pt x="2882" y="5086"/>
                        </a:cubicBezTo>
                        <a:lnTo>
                          <a:pt x="2882" y="5086"/>
                        </a:lnTo>
                        <a:cubicBezTo>
                          <a:pt x="2811" y="5023"/>
                          <a:pt x="2766" y="4943"/>
                          <a:pt x="2766" y="4854"/>
                        </a:cubicBezTo>
                        <a:lnTo>
                          <a:pt x="2766" y="4854"/>
                        </a:lnTo>
                        <a:cubicBezTo>
                          <a:pt x="2758" y="4720"/>
                          <a:pt x="2820" y="4577"/>
                          <a:pt x="2954" y="4426"/>
                        </a:cubicBezTo>
                        <a:lnTo>
                          <a:pt x="2954" y="4426"/>
                        </a:lnTo>
                        <a:cubicBezTo>
                          <a:pt x="2998" y="4381"/>
                          <a:pt x="3043" y="4337"/>
                          <a:pt x="3088" y="4292"/>
                        </a:cubicBezTo>
                        <a:lnTo>
                          <a:pt x="3088" y="4292"/>
                        </a:lnTo>
                        <a:cubicBezTo>
                          <a:pt x="3159" y="4221"/>
                          <a:pt x="3239" y="4140"/>
                          <a:pt x="3302" y="4060"/>
                        </a:cubicBezTo>
                        <a:lnTo>
                          <a:pt x="3302" y="4060"/>
                        </a:lnTo>
                        <a:cubicBezTo>
                          <a:pt x="3453" y="3846"/>
                          <a:pt x="3516" y="3560"/>
                          <a:pt x="3462" y="3302"/>
                        </a:cubicBezTo>
                        <a:lnTo>
                          <a:pt x="3462" y="3302"/>
                        </a:lnTo>
                        <a:cubicBezTo>
                          <a:pt x="3409" y="3043"/>
                          <a:pt x="3284" y="2847"/>
                          <a:pt x="3088" y="2722"/>
                        </a:cubicBezTo>
                        <a:lnTo>
                          <a:pt x="3088" y="2722"/>
                        </a:lnTo>
                        <a:cubicBezTo>
                          <a:pt x="3168" y="2633"/>
                          <a:pt x="3230" y="2526"/>
                          <a:pt x="3293" y="2418"/>
                        </a:cubicBezTo>
                        <a:lnTo>
                          <a:pt x="3293" y="2418"/>
                        </a:lnTo>
                        <a:cubicBezTo>
                          <a:pt x="3364" y="2294"/>
                          <a:pt x="3436" y="2169"/>
                          <a:pt x="3543" y="2053"/>
                        </a:cubicBezTo>
                        <a:lnTo>
                          <a:pt x="3543" y="2053"/>
                        </a:lnTo>
                        <a:cubicBezTo>
                          <a:pt x="3596" y="2008"/>
                          <a:pt x="3659" y="1964"/>
                          <a:pt x="3730" y="1919"/>
                        </a:cubicBezTo>
                        <a:lnTo>
                          <a:pt x="3730" y="1919"/>
                        </a:lnTo>
                        <a:cubicBezTo>
                          <a:pt x="3855" y="1910"/>
                          <a:pt x="3980" y="1972"/>
                          <a:pt x="4042" y="2017"/>
                        </a:cubicBezTo>
                        <a:lnTo>
                          <a:pt x="4042" y="2017"/>
                        </a:lnTo>
                        <a:cubicBezTo>
                          <a:pt x="4399" y="2240"/>
                          <a:pt x="4595" y="2659"/>
                          <a:pt x="4551" y="3070"/>
                        </a:cubicBezTo>
                        <a:lnTo>
                          <a:pt x="4551" y="3070"/>
                        </a:lnTo>
                        <a:cubicBezTo>
                          <a:pt x="4551" y="3079"/>
                          <a:pt x="4560" y="3096"/>
                          <a:pt x="4568" y="3096"/>
                        </a:cubicBezTo>
                        <a:lnTo>
                          <a:pt x="4568" y="3096"/>
                        </a:lnTo>
                        <a:cubicBezTo>
                          <a:pt x="4577" y="3105"/>
                          <a:pt x="4577" y="3105"/>
                          <a:pt x="4586" y="3105"/>
                        </a:cubicBezTo>
                        <a:lnTo>
                          <a:pt x="4586" y="3105"/>
                        </a:lnTo>
                        <a:cubicBezTo>
                          <a:pt x="4586" y="3105"/>
                          <a:pt x="4595" y="3105"/>
                          <a:pt x="4604" y="3096"/>
                        </a:cubicBezTo>
                        <a:lnTo>
                          <a:pt x="4604" y="3096"/>
                        </a:lnTo>
                        <a:lnTo>
                          <a:pt x="4667" y="3061"/>
                        </a:lnTo>
                        <a:cubicBezTo>
                          <a:pt x="4676" y="3052"/>
                          <a:pt x="4684" y="3034"/>
                          <a:pt x="4676" y="3016"/>
                        </a:cubicBezTo>
                        <a:lnTo>
                          <a:pt x="4676" y="3016"/>
                        </a:lnTo>
                        <a:cubicBezTo>
                          <a:pt x="4667" y="2998"/>
                          <a:pt x="4640" y="2998"/>
                          <a:pt x="4631" y="3007"/>
                        </a:cubicBezTo>
                        <a:lnTo>
                          <a:pt x="4631" y="3007"/>
                        </a:lnTo>
                        <a:lnTo>
                          <a:pt x="4622" y="3007"/>
                        </a:lnTo>
                        <a:cubicBezTo>
                          <a:pt x="4640" y="2597"/>
                          <a:pt x="4426" y="2187"/>
                          <a:pt x="4078" y="1964"/>
                        </a:cubicBezTo>
                        <a:lnTo>
                          <a:pt x="4078" y="1964"/>
                        </a:lnTo>
                        <a:cubicBezTo>
                          <a:pt x="3998" y="1910"/>
                          <a:pt x="3917" y="1883"/>
                          <a:pt x="3837" y="1865"/>
                        </a:cubicBezTo>
                        <a:lnTo>
                          <a:pt x="3837" y="1865"/>
                        </a:lnTo>
                        <a:cubicBezTo>
                          <a:pt x="3935" y="1821"/>
                          <a:pt x="4033" y="1776"/>
                          <a:pt x="4140" y="1732"/>
                        </a:cubicBezTo>
                        <a:lnTo>
                          <a:pt x="4140" y="1732"/>
                        </a:lnTo>
                        <a:cubicBezTo>
                          <a:pt x="4310" y="1669"/>
                          <a:pt x="4470" y="1598"/>
                          <a:pt x="4595" y="1517"/>
                        </a:cubicBezTo>
                        <a:lnTo>
                          <a:pt x="4595" y="1517"/>
                        </a:lnTo>
                        <a:cubicBezTo>
                          <a:pt x="4747" y="1410"/>
                          <a:pt x="4943" y="1357"/>
                          <a:pt x="5175" y="1357"/>
                        </a:cubicBezTo>
                        <a:lnTo>
                          <a:pt x="5175" y="1357"/>
                        </a:lnTo>
                        <a:cubicBezTo>
                          <a:pt x="5273" y="1357"/>
                          <a:pt x="5371" y="1366"/>
                          <a:pt x="5478" y="1384"/>
                        </a:cubicBezTo>
                        <a:lnTo>
                          <a:pt x="5478" y="1384"/>
                        </a:lnTo>
                        <a:cubicBezTo>
                          <a:pt x="5273" y="1491"/>
                          <a:pt x="5122" y="1705"/>
                          <a:pt x="5113" y="1937"/>
                        </a:cubicBezTo>
                        <a:lnTo>
                          <a:pt x="5113" y="1937"/>
                        </a:lnTo>
                        <a:cubicBezTo>
                          <a:pt x="5113" y="1955"/>
                          <a:pt x="5122" y="1972"/>
                          <a:pt x="5139" y="1972"/>
                        </a:cubicBezTo>
                        <a:lnTo>
                          <a:pt x="5139" y="1972"/>
                        </a:lnTo>
                        <a:lnTo>
                          <a:pt x="5202" y="1981"/>
                        </a:lnTo>
                        <a:cubicBezTo>
                          <a:pt x="5211" y="1981"/>
                          <a:pt x="5211" y="1981"/>
                          <a:pt x="5211" y="1981"/>
                        </a:cubicBezTo>
                        <a:lnTo>
                          <a:pt x="5211" y="1981"/>
                        </a:lnTo>
                        <a:cubicBezTo>
                          <a:pt x="5229" y="1981"/>
                          <a:pt x="5238" y="1972"/>
                          <a:pt x="5238" y="1955"/>
                        </a:cubicBezTo>
                        <a:lnTo>
                          <a:pt x="5238" y="1955"/>
                        </a:lnTo>
                        <a:cubicBezTo>
                          <a:pt x="5246" y="1937"/>
                          <a:pt x="5229" y="1919"/>
                          <a:pt x="5211" y="1919"/>
                        </a:cubicBezTo>
                        <a:lnTo>
                          <a:pt x="5211" y="1919"/>
                        </a:lnTo>
                        <a:lnTo>
                          <a:pt x="5175" y="1910"/>
                        </a:lnTo>
                        <a:cubicBezTo>
                          <a:pt x="5193" y="1714"/>
                          <a:pt x="5336" y="1517"/>
                          <a:pt x="5514" y="1437"/>
                        </a:cubicBezTo>
                        <a:lnTo>
                          <a:pt x="5514" y="1437"/>
                        </a:lnTo>
                        <a:cubicBezTo>
                          <a:pt x="5532" y="1428"/>
                          <a:pt x="5541" y="1410"/>
                          <a:pt x="5532" y="1393"/>
                        </a:cubicBezTo>
                        <a:lnTo>
                          <a:pt x="5532" y="1393"/>
                        </a:lnTo>
                        <a:cubicBezTo>
                          <a:pt x="5559" y="1401"/>
                          <a:pt x="5585" y="1401"/>
                          <a:pt x="5621" y="1410"/>
                        </a:cubicBezTo>
                        <a:lnTo>
                          <a:pt x="5621" y="1410"/>
                        </a:lnTo>
                        <a:cubicBezTo>
                          <a:pt x="5826" y="1455"/>
                          <a:pt x="6049" y="1375"/>
                          <a:pt x="6272" y="1294"/>
                        </a:cubicBezTo>
                        <a:lnTo>
                          <a:pt x="6272" y="1294"/>
                        </a:lnTo>
                        <a:cubicBezTo>
                          <a:pt x="6371" y="1250"/>
                          <a:pt x="6469" y="1214"/>
                          <a:pt x="6576" y="1187"/>
                        </a:cubicBezTo>
                        <a:lnTo>
                          <a:pt x="6576" y="1187"/>
                        </a:lnTo>
                        <a:cubicBezTo>
                          <a:pt x="6567" y="1205"/>
                          <a:pt x="6558" y="1214"/>
                          <a:pt x="6558" y="1223"/>
                        </a:cubicBezTo>
                        <a:lnTo>
                          <a:pt x="6558" y="1223"/>
                        </a:lnTo>
                        <a:cubicBezTo>
                          <a:pt x="6522" y="1294"/>
                          <a:pt x="6602" y="1535"/>
                          <a:pt x="6656" y="1589"/>
                        </a:cubicBezTo>
                        <a:lnTo>
                          <a:pt x="6656" y="1589"/>
                        </a:lnTo>
                        <a:cubicBezTo>
                          <a:pt x="6656" y="1589"/>
                          <a:pt x="6665" y="1598"/>
                          <a:pt x="6674" y="1598"/>
                        </a:cubicBezTo>
                        <a:lnTo>
                          <a:pt x="6674" y="1598"/>
                        </a:lnTo>
                        <a:cubicBezTo>
                          <a:pt x="6683" y="1598"/>
                          <a:pt x="6692" y="1589"/>
                          <a:pt x="6701" y="1589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9" name="Google Shape;449;p33"/>
                <p:cNvSpPr/>
                <p:nvPr/>
              </p:nvSpPr>
              <p:spPr>
                <a:xfrm>
                  <a:off x="3186425" y="4160625"/>
                  <a:ext cx="533679" cy="41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7" h="8886" extrusionOk="0">
                      <a:moveTo>
                        <a:pt x="2855" y="18"/>
                      </a:moveTo>
                      <a:lnTo>
                        <a:pt x="2061" y="1223"/>
                      </a:lnTo>
                      <a:cubicBezTo>
                        <a:pt x="2052" y="1223"/>
                        <a:pt x="2043" y="1223"/>
                        <a:pt x="2034" y="1223"/>
                      </a:cubicBezTo>
                      <a:lnTo>
                        <a:pt x="2034" y="1223"/>
                      </a:lnTo>
                      <a:cubicBezTo>
                        <a:pt x="1981" y="1223"/>
                        <a:pt x="1936" y="1267"/>
                        <a:pt x="1936" y="1321"/>
                      </a:cubicBezTo>
                      <a:lnTo>
                        <a:pt x="1936" y="1321"/>
                      </a:lnTo>
                      <a:cubicBezTo>
                        <a:pt x="1936" y="1339"/>
                        <a:pt x="1945" y="1357"/>
                        <a:pt x="1954" y="1365"/>
                      </a:cubicBezTo>
                      <a:lnTo>
                        <a:pt x="1954" y="1365"/>
                      </a:lnTo>
                      <a:lnTo>
                        <a:pt x="437" y="2900"/>
                      </a:lnTo>
                      <a:cubicBezTo>
                        <a:pt x="428" y="2900"/>
                        <a:pt x="411" y="2900"/>
                        <a:pt x="402" y="2900"/>
                      </a:cubicBezTo>
                      <a:lnTo>
                        <a:pt x="402" y="2900"/>
                      </a:lnTo>
                      <a:cubicBezTo>
                        <a:pt x="348" y="2900"/>
                        <a:pt x="303" y="2944"/>
                        <a:pt x="303" y="2998"/>
                      </a:cubicBezTo>
                      <a:lnTo>
                        <a:pt x="303" y="2998"/>
                      </a:lnTo>
                      <a:cubicBezTo>
                        <a:pt x="303" y="3034"/>
                        <a:pt x="321" y="3060"/>
                        <a:pt x="357" y="3078"/>
                      </a:cubicBezTo>
                      <a:lnTo>
                        <a:pt x="357" y="3078"/>
                      </a:lnTo>
                      <a:lnTo>
                        <a:pt x="63" y="4827"/>
                      </a:lnTo>
                      <a:cubicBezTo>
                        <a:pt x="27" y="4845"/>
                        <a:pt x="0" y="4880"/>
                        <a:pt x="0" y="4925"/>
                      </a:cubicBezTo>
                      <a:lnTo>
                        <a:pt x="0" y="4925"/>
                      </a:lnTo>
                      <a:cubicBezTo>
                        <a:pt x="0" y="4970"/>
                        <a:pt x="36" y="5014"/>
                        <a:pt x="89" y="5023"/>
                      </a:cubicBezTo>
                      <a:lnTo>
                        <a:pt x="89" y="5023"/>
                      </a:lnTo>
                      <a:lnTo>
                        <a:pt x="660" y="6227"/>
                      </a:lnTo>
                      <a:cubicBezTo>
                        <a:pt x="634" y="6245"/>
                        <a:pt x="625" y="6272"/>
                        <a:pt x="625" y="6308"/>
                      </a:cubicBezTo>
                      <a:lnTo>
                        <a:pt x="625" y="6308"/>
                      </a:lnTo>
                      <a:cubicBezTo>
                        <a:pt x="625" y="6361"/>
                        <a:pt x="669" y="6406"/>
                        <a:pt x="723" y="6406"/>
                      </a:cubicBezTo>
                      <a:lnTo>
                        <a:pt x="723" y="6406"/>
                      </a:lnTo>
                      <a:cubicBezTo>
                        <a:pt x="741" y="6406"/>
                        <a:pt x="758" y="6397"/>
                        <a:pt x="767" y="6388"/>
                      </a:cubicBezTo>
                      <a:lnTo>
                        <a:pt x="767" y="6388"/>
                      </a:lnTo>
                      <a:cubicBezTo>
                        <a:pt x="1338" y="6745"/>
                        <a:pt x="2177" y="7280"/>
                        <a:pt x="2409" y="7467"/>
                      </a:cubicBezTo>
                      <a:lnTo>
                        <a:pt x="2409" y="7467"/>
                      </a:lnTo>
                      <a:cubicBezTo>
                        <a:pt x="2400" y="7476"/>
                        <a:pt x="2400" y="7494"/>
                        <a:pt x="2400" y="7512"/>
                      </a:cubicBezTo>
                      <a:lnTo>
                        <a:pt x="2400" y="7512"/>
                      </a:lnTo>
                      <a:cubicBezTo>
                        <a:pt x="2400" y="7566"/>
                        <a:pt x="2445" y="7610"/>
                        <a:pt x="2498" y="7610"/>
                      </a:cubicBezTo>
                      <a:lnTo>
                        <a:pt x="2498" y="7610"/>
                      </a:lnTo>
                      <a:cubicBezTo>
                        <a:pt x="2525" y="7610"/>
                        <a:pt x="2552" y="7592"/>
                        <a:pt x="2569" y="7574"/>
                      </a:cubicBezTo>
                      <a:lnTo>
                        <a:pt x="2569" y="7574"/>
                      </a:lnTo>
                      <a:lnTo>
                        <a:pt x="3934" y="8065"/>
                      </a:lnTo>
                      <a:cubicBezTo>
                        <a:pt x="3943" y="8119"/>
                        <a:pt x="3979" y="8163"/>
                        <a:pt x="4032" y="8163"/>
                      </a:cubicBezTo>
                      <a:lnTo>
                        <a:pt x="4032" y="8163"/>
                      </a:lnTo>
                      <a:cubicBezTo>
                        <a:pt x="4068" y="8163"/>
                        <a:pt x="4095" y="8145"/>
                        <a:pt x="4113" y="8128"/>
                      </a:cubicBezTo>
                      <a:lnTo>
                        <a:pt x="4113" y="8128"/>
                      </a:lnTo>
                      <a:lnTo>
                        <a:pt x="5915" y="8788"/>
                      </a:lnTo>
                      <a:lnTo>
                        <a:pt x="5915" y="8788"/>
                      </a:lnTo>
                      <a:lnTo>
                        <a:pt x="5915" y="8788"/>
                      </a:lnTo>
                      <a:cubicBezTo>
                        <a:pt x="5915" y="8841"/>
                        <a:pt x="5959" y="8886"/>
                        <a:pt x="6013" y="8886"/>
                      </a:cubicBezTo>
                      <a:lnTo>
                        <a:pt x="6013" y="8886"/>
                      </a:lnTo>
                      <a:cubicBezTo>
                        <a:pt x="6075" y="8886"/>
                        <a:pt x="6120" y="8841"/>
                        <a:pt x="6120" y="8788"/>
                      </a:cubicBezTo>
                      <a:lnTo>
                        <a:pt x="6120" y="8788"/>
                      </a:lnTo>
                      <a:cubicBezTo>
                        <a:pt x="6120" y="8779"/>
                        <a:pt x="6111" y="8770"/>
                        <a:pt x="6111" y="8761"/>
                      </a:cubicBezTo>
                      <a:lnTo>
                        <a:pt x="6111" y="8761"/>
                      </a:lnTo>
                      <a:lnTo>
                        <a:pt x="8636" y="6861"/>
                      </a:lnTo>
                      <a:cubicBezTo>
                        <a:pt x="8645" y="6870"/>
                        <a:pt x="8671" y="6879"/>
                        <a:pt x="8689" y="6879"/>
                      </a:cubicBezTo>
                      <a:lnTo>
                        <a:pt x="8689" y="6879"/>
                      </a:lnTo>
                      <a:cubicBezTo>
                        <a:pt x="8743" y="6879"/>
                        <a:pt x="8787" y="6834"/>
                        <a:pt x="8787" y="6780"/>
                      </a:cubicBezTo>
                      <a:lnTo>
                        <a:pt x="8787" y="6780"/>
                      </a:lnTo>
                      <a:cubicBezTo>
                        <a:pt x="8787" y="6763"/>
                        <a:pt x="8787" y="6754"/>
                        <a:pt x="8778" y="6736"/>
                      </a:cubicBezTo>
                      <a:lnTo>
                        <a:pt x="8778" y="6736"/>
                      </a:lnTo>
                      <a:lnTo>
                        <a:pt x="10438" y="5210"/>
                      </a:lnTo>
                      <a:cubicBezTo>
                        <a:pt x="10447" y="5219"/>
                        <a:pt x="10465" y="5228"/>
                        <a:pt x="10482" y="5228"/>
                      </a:cubicBezTo>
                      <a:lnTo>
                        <a:pt x="10482" y="5228"/>
                      </a:lnTo>
                      <a:cubicBezTo>
                        <a:pt x="10536" y="5228"/>
                        <a:pt x="10580" y="5184"/>
                        <a:pt x="10580" y="5130"/>
                      </a:cubicBezTo>
                      <a:lnTo>
                        <a:pt x="10580" y="5130"/>
                      </a:lnTo>
                      <a:cubicBezTo>
                        <a:pt x="10580" y="5103"/>
                        <a:pt x="10572" y="5077"/>
                        <a:pt x="10554" y="5059"/>
                      </a:cubicBezTo>
                      <a:lnTo>
                        <a:pt x="10554" y="5059"/>
                      </a:lnTo>
                      <a:lnTo>
                        <a:pt x="11330" y="3506"/>
                      </a:lnTo>
                      <a:cubicBezTo>
                        <a:pt x="11330" y="3506"/>
                        <a:pt x="11330" y="3506"/>
                        <a:pt x="11339" y="3506"/>
                      </a:cubicBezTo>
                      <a:lnTo>
                        <a:pt x="11339" y="3506"/>
                      </a:lnTo>
                      <a:cubicBezTo>
                        <a:pt x="11392" y="3506"/>
                        <a:pt x="11437" y="3462"/>
                        <a:pt x="11437" y="3408"/>
                      </a:cubicBezTo>
                      <a:lnTo>
                        <a:pt x="11437" y="3408"/>
                      </a:lnTo>
                      <a:cubicBezTo>
                        <a:pt x="11437" y="3364"/>
                        <a:pt x="11410" y="3328"/>
                        <a:pt x="11374" y="3310"/>
                      </a:cubicBezTo>
                      <a:lnTo>
                        <a:pt x="11374" y="3310"/>
                      </a:lnTo>
                      <a:cubicBezTo>
                        <a:pt x="11321" y="3052"/>
                        <a:pt x="11053" y="2418"/>
                        <a:pt x="10812" y="1856"/>
                      </a:cubicBezTo>
                      <a:lnTo>
                        <a:pt x="10812" y="1856"/>
                      </a:lnTo>
                      <a:cubicBezTo>
                        <a:pt x="10830" y="1838"/>
                        <a:pt x="10839" y="1811"/>
                        <a:pt x="10839" y="1785"/>
                      </a:cubicBezTo>
                      <a:lnTo>
                        <a:pt x="10839" y="1785"/>
                      </a:lnTo>
                      <a:cubicBezTo>
                        <a:pt x="10839" y="1731"/>
                        <a:pt x="10795" y="1687"/>
                        <a:pt x="10741" y="1687"/>
                      </a:cubicBezTo>
                      <a:lnTo>
                        <a:pt x="10741" y="1687"/>
                      </a:lnTo>
                      <a:cubicBezTo>
                        <a:pt x="10723" y="1687"/>
                        <a:pt x="10705" y="1696"/>
                        <a:pt x="10688" y="1704"/>
                      </a:cubicBezTo>
                      <a:lnTo>
                        <a:pt x="10688" y="1704"/>
                      </a:lnTo>
                      <a:lnTo>
                        <a:pt x="8877" y="536"/>
                      </a:lnTo>
                      <a:cubicBezTo>
                        <a:pt x="8877" y="527"/>
                        <a:pt x="8886" y="518"/>
                        <a:pt x="8886" y="509"/>
                      </a:cubicBezTo>
                      <a:lnTo>
                        <a:pt x="8886" y="509"/>
                      </a:lnTo>
                      <a:cubicBezTo>
                        <a:pt x="8886" y="456"/>
                        <a:pt x="8841" y="411"/>
                        <a:pt x="8778" y="411"/>
                      </a:cubicBezTo>
                      <a:lnTo>
                        <a:pt x="8778" y="411"/>
                      </a:lnTo>
                      <a:cubicBezTo>
                        <a:pt x="8752" y="411"/>
                        <a:pt x="8716" y="429"/>
                        <a:pt x="8698" y="456"/>
                      </a:cubicBezTo>
                      <a:lnTo>
                        <a:pt x="8698" y="456"/>
                      </a:lnTo>
                      <a:lnTo>
                        <a:pt x="7440" y="143"/>
                      </a:lnTo>
                      <a:cubicBezTo>
                        <a:pt x="7431" y="99"/>
                        <a:pt x="7387" y="63"/>
                        <a:pt x="7342" y="63"/>
                      </a:cubicBezTo>
                      <a:lnTo>
                        <a:pt x="7342" y="63"/>
                      </a:lnTo>
                      <a:cubicBezTo>
                        <a:pt x="7298" y="63"/>
                        <a:pt x="7262" y="90"/>
                        <a:pt x="7253" y="125"/>
                      </a:cubicBezTo>
                      <a:lnTo>
                        <a:pt x="7253" y="125"/>
                      </a:lnTo>
                      <a:cubicBezTo>
                        <a:pt x="7083" y="117"/>
                        <a:pt x="6736" y="117"/>
                        <a:pt x="5977" y="117"/>
                      </a:cubicBezTo>
                      <a:lnTo>
                        <a:pt x="5977" y="117"/>
                      </a:lnTo>
                      <a:cubicBezTo>
                        <a:pt x="5460" y="125"/>
                        <a:pt x="4942" y="125"/>
                        <a:pt x="4719" y="125"/>
                      </a:cubicBezTo>
                      <a:lnTo>
                        <a:pt x="4719" y="125"/>
                      </a:lnTo>
                      <a:cubicBezTo>
                        <a:pt x="4702" y="99"/>
                        <a:pt x="4666" y="81"/>
                        <a:pt x="4630" y="81"/>
                      </a:cubicBezTo>
                      <a:lnTo>
                        <a:pt x="4630" y="81"/>
                      </a:lnTo>
                      <a:cubicBezTo>
                        <a:pt x="4594" y="81"/>
                        <a:pt x="4568" y="99"/>
                        <a:pt x="4550" y="125"/>
                      </a:cubicBezTo>
                      <a:lnTo>
                        <a:pt x="4550" y="125"/>
                      </a:lnTo>
                      <a:lnTo>
                        <a:pt x="2891" y="1"/>
                      </a:lnTo>
                      <a:cubicBezTo>
                        <a:pt x="2891" y="1"/>
                        <a:pt x="2882" y="1"/>
                        <a:pt x="2882" y="1"/>
                      </a:cubicBezTo>
                      <a:lnTo>
                        <a:pt x="2882" y="1"/>
                      </a:lnTo>
                      <a:cubicBezTo>
                        <a:pt x="2873" y="1"/>
                        <a:pt x="2864" y="9"/>
                        <a:pt x="2855" y="18"/>
                      </a:cubicBezTo>
                      <a:moveTo>
                        <a:pt x="2132" y="1330"/>
                      </a:moveTo>
                      <a:cubicBezTo>
                        <a:pt x="2132" y="1330"/>
                        <a:pt x="2132" y="1330"/>
                        <a:pt x="2132" y="1321"/>
                      </a:cubicBezTo>
                      <a:lnTo>
                        <a:pt x="2132" y="1321"/>
                      </a:lnTo>
                      <a:cubicBezTo>
                        <a:pt x="2132" y="1303"/>
                        <a:pt x="2123" y="1276"/>
                        <a:pt x="2114" y="1258"/>
                      </a:cubicBezTo>
                      <a:lnTo>
                        <a:pt x="2114" y="1258"/>
                      </a:lnTo>
                      <a:lnTo>
                        <a:pt x="2899" y="63"/>
                      </a:lnTo>
                      <a:lnTo>
                        <a:pt x="4532" y="188"/>
                      </a:lnTo>
                      <a:cubicBezTo>
                        <a:pt x="4541" y="232"/>
                        <a:pt x="4586" y="277"/>
                        <a:pt x="4630" y="277"/>
                      </a:cubicBezTo>
                      <a:lnTo>
                        <a:pt x="4630" y="277"/>
                      </a:lnTo>
                      <a:lnTo>
                        <a:pt x="5719" y="2088"/>
                      </a:lnTo>
                      <a:cubicBezTo>
                        <a:pt x="5710" y="2097"/>
                        <a:pt x="5701" y="2106"/>
                        <a:pt x="5701" y="2115"/>
                      </a:cubicBezTo>
                      <a:lnTo>
                        <a:pt x="5701" y="2115"/>
                      </a:lnTo>
                      <a:lnTo>
                        <a:pt x="4755" y="2008"/>
                      </a:lnTo>
                      <a:cubicBezTo>
                        <a:pt x="4746" y="1963"/>
                        <a:pt x="4710" y="1936"/>
                        <a:pt x="4666" y="1936"/>
                      </a:cubicBezTo>
                      <a:lnTo>
                        <a:pt x="4666" y="1936"/>
                      </a:lnTo>
                      <a:cubicBezTo>
                        <a:pt x="4630" y="1936"/>
                        <a:pt x="4594" y="1945"/>
                        <a:pt x="4577" y="1972"/>
                      </a:cubicBezTo>
                      <a:lnTo>
                        <a:pt x="4577" y="1972"/>
                      </a:lnTo>
                      <a:close/>
                      <a:moveTo>
                        <a:pt x="4764" y="188"/>
                      </a:moveTo>
                      <a:cubicBezTo>
                        <a:pt x="5674" y="179"/>
                        <a:pt x="6869" y="179"/>
                        <a:pt x="7244" y="188"/>
                      </a:cubicBezTo>
                      <a:lnTo>
                        <a:pt x="7244" y="188"/>
                      </a:lnTo>
                      <a:cubicBezTo>
                        <a:pt x="7253" y="215"/>
                        <a:pt x="7271" y="232"/>
                        <a:pt x="7298" y="250"/>
                      </a:cubicBezTo>
                      <a:lnTo>
                        <a:pt x="7298" y="250"/>
                      </a:lnTo>
                      <a:cubicBezTo>
                        <a:pt x="7244" y="384"/>
                        <a:pt x="7155" y="634"/>
                        <a:pt x="7039" y="1000"/>
                      </a:cubicBezTo>
                      <a:lnTo>
                        <a:pt x="7039" y="1000"/>
                      </a:lnTo>
                      <a:cubicBezTo>
                        <a:pt x="7012" y="1000"/>
                        <a:pt x="6985" y="1018"/>
                        <a:pt x="6967" y="1035"/>
                      </a:cubicBezTo>
                      <a:lnTo>
                        <a:pt x="6967" y="1035"/>
                      </a:lnTo>
                      <a:close/>
                      <a:moveTo>
                        <a:pt x="7449" y="3132"/>
                      </a:moveTo>
                      <a:lnTo>
                        <a:pt x="7092" y="1187"/>
                      </a:lnTo>
                      <a:cubicBezTo>
                        <a:pt x="7119" y="1169"/>
                        <a:pt x="7146" y="1134"/>
                        <a:pt x="7146" y="1098"/>
                      </a:cubicBezTo>
                      <a:lnTo>
                        <a:pt x="7146" y="1098"/>
                      </a:lnTo>
                      <a:cubicBezTo>
                        <a:pt x="7146" y="1062"/>
                        <a:pt x="7128" y="1035"/>
                        <a:pt x="7101" y="1018"/>
                      </a:cubicBezTo>
                      <a:lnTo>
                        <a:pt x="7101" y="1018"/>
                      </a:lnTo>
                      <a:cubicBezTo>
                        <a:pt x="7191" y="750"/>
                        <a:pt x="7298" y="411"/>
                        <a:pt x="7351" y="259"/>
                      </a:cubicBezTo>
                      <a:lnTo>
                        <a:pt x="7351" y="259"/>
                      </a:lnTo>
                      <a:cubicBezTo>
                        <a:pt x="7387" y="250"/>
                        <a:pt x="7414" y="232"/>
                        <a:pt x="7422" y="206"/>
                      </a:cubicBezTo>
                      <a:lnTo>
                        <a:pt x="7422" y="206"/>
                      </a:lnTo>
                      <a:lnTo>
                        <a:pt x="8680" y="518"/>
                      </a:lnTo>
                      <a:cubicBezTo>
                        <a:pt x="8689" y="563"/>
                        <a:pt x="8725" y="598"/>
                        <a:pt x="8770" y="607"/>
                      </a:cubicBezTo>
                      <a:lnTo>
                        <a:pt x="8770" y="607"/>
                      </a:lnTo>
                      <a:lnTo>
                        <a:pt x="8912" y="1535"/>
                      </a:lnTo>
                      <a:cubicBezTo>
                        <a:pt x="8886" y="1553"/>
                        <a:pt x="8868" y="1580"/>
                        <a:pt x="8868" y="1615"/>
                      </a:cubicBezTo>
                      <a:lnTo>
                        <a:pt x="8868" y="1615"/>
                      </a:lnTo>
                      <a:cubicBezTo>
                        <a:pt x="8868" y="1633"/>
                        <a:pt x="8868" y="1651"/>
                        <a:pt x="8877" y="1660"/>
                      </a:cubicBezTo>
                      <a:lnTo>
                        <a:pt x="8877" y="1660"/>
                      </a:lnTo>
                      <a:lnTo>
                        <a:pt x="7485" y="3141"/>
                      </a:lnTo>
                      <a:cubicBezTo>
                        <a:pt x="7476" y="3132"/>
                        <a:pt x="7467" y="3132"/>
                        <a:pt x="7449" y="3132"/>
                      </a:cubicBezTo>
                      <a:close/>
                      <a:moveTo>
                        <a:pt x="4693" y="259"/>
                      </a:moveTo>
                      <a:cubicBezTo>
                        <a:pt x="4702" y="250"/>
                        <a:pt x="4710" y="241"/>
                        <a:pt x="4710" y="232"/>
                      </a:cubicBezTo>
                      <a:lnTo>
                        <a:pt x="4710" y="232"/>
                      </a:lnTo>
                      <a:lnTo>
                        <a:pt x="6950" y="1098"/>
                      </a:lnTo>
                      <a:cubicBezTo>
                        <a:pt x="6950" y="1098"/>
                        <a:pt x="6950" y="1098"/>
                        <a:pt x="6950" y="1098"/>
                      </a:cubicBezTo>
                      <a:lnTo>
                        <a:pt x="6950" y="1098"/>
                      </a:lnTo>
                      <a:cubicBezTo>
                        <a:pt x="6950" y="1107"/>
                        <a:pt x="6950" y="1125"/>
                        <a:pt x="6950" y="1134"/>
                      </a:cubicBezTo>
                      <a:lnTo>
                        <a:pt x="6950" y="1134"/>
                      </a:lnTo>
                      <a:lnTo>
                        <a:pt x="5835" y="2070"/>
                      </a:lnTo>
                      <a:cubicBezTo>
                        <a:pt x="5826" y="2061"/>
                        <a:pt x="5808" y="2061"/>
                        <a:pt x="5790" y="2061"/>
                      </a:cubicBezTo>
                      <a:lnTo>
                        <a:pt x="5790" y="2061"/>
                      </a:lnTo>
                      <a:cubicBezTo>
                        <a:pt x="5781" y="2061"/>
                        <a:pt x="5772" y="2061"/>
                        <a:pt x="5772" y="2061"/>
                      </a:cubicBezTo>
                      <a:lnTo>
                        <a:pt x="5772" y="2061"/>
                      </a:lnTo>
                      <a:close/>
                      <a:moveTo>
                        <a:pt x="9055" y="1588"/>
                      </a:moveTo>
                      <a:cubicBezTo>
                        <a:pt x="9046" y="1553"/>
                        <a:pt x="9019" y="1526"/>
                        <a:pt x="8975" y="1517"/>
                      </a:cubicBezTo>
                      <a:lnTo>
                        <a:pt x="8975" y="1517"/>
                      </a:lnTo>
                      <a:lnTo>
                        <a:pt x="8832" y="598"/>
                      </a:lnTo>
                      <a:cubicBezTo>
                        <a:pt x="8832" y="589"/>
                        <a:pt x="8841" y="589"/>
                        <a:pt x="8841" y="589"/>
                      </a:cubicBezTo>
                      <a:lnTo>
                        <a:pt x="8841" y="589"/>
                      </a:lnTo>
                      <a:lnTo>
                        <a:pt x="10598" y="1713"/>
                      </a:lnTo>
                      <a:cubicBezTo>
                        <a:pt x="10411" y="1696"/>
                        <a:pt x="9992" y="1660"/>
                        <a:pt x="9055" y="1588"/>
                      </a:cubicBezTo>
                      <a:close/>
                      <a:moveTo>
                        <a:pt x="5888" y="2159"/>
                      </a:moveTo>
                      <a:cubicBezTo>
                        <a:pt x="5888" y="2142"/>
                        <a:pt x="5888" y="2133"/>
                        <a:pt x="5879" y="2115"/>
                      </a:cubicBezTo>
                      <a:lnTo>
                        <a:pt x="5879" y="2115"/>
                      </a:lnTo>
                      <a:lnTo>
                        <a:pt x="6994" y="1178"/>
                      </a:lnTo>
                      <a:cubicBezTo>
                        <a:pt x="7003" y="1187"/>
                        <a:pt x="7021" y="1196"/>
                        <a:pt x="7030" y="1196"/>
                      </a:cubicBezTo>
                      <a:lnTo>
                        <a:pt x="7030" y="1196"/>
                      </a:lnTo>
                      <a:lnTo>
                        <a:pt x="7396" y="3141"/>
                      </a:lnTo>
                      <a:cubicBezTo>
                        <a:pt x="7360" y="3159"/>
                        <a:pt x="7342" y="3194"/>
                        <a:pt x="7342" y="3230"/>
                      </a:cubicBezTo>
                      <a:lnTo>
                        <a:pt x="7342" y="3230"/>
                      </a:lnTo>
                      <a:cubicBezTo>
                        <a:pt x="7342" y="3230"/>
                        <a:pt x="7342" y="3239"/>
                        <a:pt x="7342" y="3239"/>
                      </a:cubicBezTo>
                      <a:lnTo>
                        <a:pt x="7342" y="3239"/>
                      </a:lnTo>
                      <a:lnTo>
                        <a:pt x="4764" y="4488"/>
                      </a:lnTo>
                      <a:cubicBezTo>
                        <a:pt x="4746" y="4479"/>
                        <a:pt x="4728" y="4470"/>
                        <a:pt x="4710" y="4470"/>
                      </a:cubicBezTo>
                      <a:lnTo>
                        <a:pt x="4710" y="4470"/>
                      </a:lnTo>
                      <a:cubicBezTo>
                        <a:pt x="4710" y="4470"/>
                        <a:pt x="4710" y="4470"/>
                        <a:pt x="4710" y="4470"/>
                      </a:cubicBezTo>
                      <a:lnTo>
                        <a:pt x="4710" y="4470"/>
                      </a:lnTo>
                      <a:lnTo>
                        <a:pt x="4728" y="4274"/>
                      </a:lnTo>
                      <a:cubicBezTo>
                        <a:pt x="4773" y="4265"/>
                        <a:pt x="4809" y="4220"/>
                        <a:pt x="4809" y="4176"/>
                      </a:cubicBezTo>
                      <a:lnTo>
                        <a:pt x="4809" y="4176"/>
                      </a:lnTo>
                      <a:cubicBezTo>
                        <a:pt x="4809" y="4149"/>
                        <a:pt x="4791" y="4122"/>
                        <a:pt x="4773" y="4104"/>
                      </a:cubicBezTo>
                      <a:lnTo>
                        <a:pt x="4773" y="4104"/>
                      </a:lnTo>
                      <a:lnTo>
                        <a:pt x="5772" y="2249"/>
                      </a:lnTo>
                      <a:cubicBezTo>
                        <a:pt x="5772" y="2258"/>
                        <a:pt x="5781" y="2258"/>
                        <a:pt x="5790" y="2258"/>
                      </a:cubicBezTo>
                      <a:lnTo>
                        <a:pt x="5790" y="2258"/>
                      </a:lnTo>
                      <a:cubicBezTo>
                        <a:pt x="5843" y="2258"/>
                        <a:pt x="5888" y="2213"/>
                        <a:pt x="5888" y="2159"/>
                      </a:cubicBezTo>
                      <a:close/>
                      <a:moveTo>
                        <a:pt x="2132" y="1392"/>
                      </a:moveTo>
                      <a:lnTo>
                        <a:pt x="4568" y="2035"/>
                      </a:lnTo>
                      <a:cubicBezTo>
                        <a:pt x="4568" y="2052"/>
                        <a:pt x="4568" y="2061"/>
                        <a:pt x="4577" y="2070"/>
                      </a:cubicBezTo>
                      <a:lnTo>
                        <a:pt x="4577" y="2070"/>
                      </a:lnTo>
                      <a:lnTo>
                        <a:pt x="3711" y="2909"/>
                      </a:lnTo>
                      <a:cubicBezTo>
                        <a:pt x="3702" y="2900"/>
                        <a:pt x="3693" y="2900"/>
                        <a:pt x="3676" y="2900"/>
                      </a:cubicBezTo>
                      <a:lnTo>
                        <a:pt x="3676" y="2900"/>
                      </a:lnTo>
                      <a:cubicBezTo>
                        <a:pt x="3667" y="2900"/>
                        <a:pt x="3649" y="2900"/>
                        <a:pt x="3640" y="2900"/>
                      </a:cubicBezTo>
                      <a:lnTo>
                        <a:pt x="3640" y="2900"/>
                      </a:lnTo>
                      <a:close/>
                      <a:moveTo>
                        <a:pt x="500" y="2998"/>
                      </a:moveTo>
                      <a:lnTo>
                        <a:pt x="500" y="2998"/>
                      </a:lnTo>
                      <a:lnTo>
                        <a:pt x="500" y="2998"/>
                      </a:lnTo>
                      <a:cubicBezTo>
                        <a:pt x="500" y="2980"/>
                        <a:pt x="500" y="2962"/>
                        <a:pt x="482" y="2944"/>
                      </a:cubicBezTo>
                      <a:lnTo>
                        <a:pt x="482" y="2944"/>
                      </a:lnTo>
                      <a:lnTo>
                        <a:pt x="1998" y="1410"/>
                      </a:lnTo>
                      <a:cubicBezTo>
                        <a:pt x="2007" y="1419"/>
                        <a:pt x="2025" y="1419"/>
                        <a:pt x="2034" y="1419"/>
                      </a:cubicBezTo>
                      <a:lnTo>
                        <a:pt x="2034" y="1419"/>
                      </a:lnTo>
                      <a:cubicBezTo>
                        <a:pt x="2043" y="1419"/>
                        <a:pt x="2052" y="1419"/>
                        <a:pt x="2061" y="1419"/>
                      </a:cubicBezTo>
                      <a:lnTo>
                        <a:pt x="2061" y="1419"/>
                      </a:lnTo>
                      <a:lnTo>
                        <a:pt x="3595" y="2944"/>
                      </a:lnTo>
                      <a:cubicBezTo>
                        <a:pt x="3586" y="2962"/>
                        <a:pt x="3577" y="2980"/>
                        <a:pt x="3577" y="2998"/>
                      </a:cubicBezTo>
                      <a:lnTo>
                        <a:pt x="3577" y="2998"/>
                      </a:lnTo>
                      <a:cubicBezTo>
                        <a:pt x="3577" y="3025"/>
                        <a:pt x="3586" y="3052"/>
                        <a:pt x="3613" y="3069"/>
                      </a:cubicBezTo>
                      <a:lnTo>
                        <a:pt x="3613" y="3069"/>
                      </a:lnTo>
                      <a:lnTo>
                        <a:pt x="3140" y="4193"/>
                      </a:lnTo>
                      <a:cubicBezTo>
                        <a:pt x="3131" y="4193"/>
                        <a:pt x="3123" y="4193"/>
                        <a:pt x="3114" y="4193"/>
                      </a:cubicBezTo>
                      <a:lnTo>
                        <a:pt x="3114" y="4193"/>
                      </a:lnTo>
                      <a:cubicBezTo>
                        <a:pt x="3105" y="4193"/>
                        <a:pt x="3087" y="4193"/>
                        <a:pt x="3078" y="4193"/>
                      </a:cubicBezTo>
                      <a:lnTo>
                        <a:pt x="3078" y="4193"/>
                      </a:lnTo>
                      <a:close/>
                      <a:moveTo>
                        <a:pt x="9055" y="1651"/>
                      </a:moveTo>
                      <a:cubicBezTo>
                        <a:pt x="9626" y="1696"/>
                        <a:pt x="10384" y="1749"/>
                        <a:pt x="10643" y="1785"/>
                      </a:cubicBezTo>
                      <a:lnTo>
                        <a:pt x="10643" y="1785"/>
                      </a:lnTo>
                      <a:lnTo>
                        <a:pt x="10643" y="1785"/>
                      </a:lnTo>
                      <a:lnTo>
                        <a:pt x="10643" y="1785"/>
                      </a:lnTo>
                      <a:cubicBezTo>
                        <a:pt x="10643" y="1811"/>
                        <a:pt x="10652" y="1838"/>
                        <a:pt x="10670" y="1856"/>
                      </a:cubicBezTo>
                      <a:lnTo>
                        <a:pt x="10670" y="1856"/>
                      </a:lnTo>
                      <a:lnTo>
                        <a:pt x="9751" y="3979"/>
                      </a:lnTo>
                      <a:cubicBezTo>
                        <a:pt x="9742" y="3979"/>
                        <a:pt x="9742" y="3979"/>
                        <a:pt x="9742" y="3979"/>
                      </a:cubicBezTo>
                      <a:lnTo>
                        <a:pt x="9742" y="3979"/>
                      </a:lnTo>
                      <a:cubicBezTo>
                        <a:pt x="9706" y="3979"/>
                        <a:pt x="9679" y="3988"/>
                        <a:pt x="9662" y="4015"/>
                      </a:cubicBezTo>
                      <a:lnTo>
                        <a:pt x="9662" y="4015"/>
                      </a:lnTo>
                      <a:lnTo>
                        <a:pt x="7538" y="3230"/>
                      </a:lnTo>
                      <a:cubicBezTo>
                        <a:pt x="7538" y="3230"/>
                        <a:pt x="7538" y="3230"/>
                        <a:pt x="7538" y="3230"/>
                      </a:cubicBezTo>
                      <a:lnTo>
                        <a:pt x="7538" y="3230"/>
                      </a:lnTo>
                      <a:cubicBezTo>
                        <a:pt x="7538" y="3212"/>
                        <a:pt x="7530" y="3194"/>
                        <a:pt x="7530" y="3185"/>
                      </a:cubicBezTo>
                      <a:lnTo>
                        <a:pt x="7530" y="3185"/>
                      </a:lnTo>
                      <a:lnTo>
                        <a:pt x="8921" y="1704"/>
                      </a:lnTo>
                      <a:cubicBezTo>
                        <a:pt x="8930" y="1713"/>
                        <a:pt x="8948" y="1713"/>
                        <a:pt x="8966" y="1713"/>
                      </a:cubicBezTo>
                      <a:lnTo>
                        <a:pt x="8966" y="1713"/>
                      </a:lnTo>
                      <a:cubicBezTo>
                        <a:pt x="9001" y="1713"/>
                        <a:pt x="9037" y="1687"/>
                        <a:pt x="9055" y="1651"/>
                      </a:cubicBezTo>
                      <a:moveTo>
                        <a:pt x="10759" y="1883"/>
                      </a:moveTo>
                      <a:cubicBezTo>
                        <a:pt x="10759" y="1883"/>
                        <a:pt x="10759" y="1883"/>
                        <a:pt x="10759" y="1883"/>
                      </a:cubicBezTo>
                      <a:lnTo>
                        <a:pt x="10759" y="1883"/>
                      </a:lnTo>
                      <a:cubicBezTo>
                        <a:pt x="10857" y="2133"/>
                        <a:pt x="11098" y="2811"/>
                        <a:pt x="11276" y="3328"/>
                      </a:cubicBezTo>
                      <a:lnTo>
                        <a:pt x="11276" y="3328"/>
                      </a:lnTo>
                      <a:cubicBezTo>
                        <a:pt x="11258" y="3337"/>
                        <a:pt x="11250" y="3364"/>
                        <a:pt x="11241" y="3382"/>
                      </a:cubicBezTo>
                      <a:lnTo>
                        <a:pt x="11241" y="3382"/>
                      </a:lnTo>
                      <a:cubicBezTo>
                        <a:pt x="10928" y="3453"/>
                        <a:pt x="10126" y="3845"/>
                        <a:pt x="9813" y="4006"/>
                      </a:cubicBezTo>
                      <a:lnTo>
                        <a:pt x="9813" y="4006"/>
                      </a:lnTo>
                      <a:cubicBezTo>
                        <a:pt x="9804" y="4006"/>
                        <a:pt x="9804" y="4006"/>
                        <a:pt x="9804" y="4006"/>
                      </a:cubicBezTo>
                      <a:lnTo>
                        <a:pt x="9804" y="4006"/>
                      </a:lnTo>
                      <a:lnTo>
                        <a:pt x="10732" y="1883"/>
                      </a:lnTo>
                      <a:cubicBezTo>
                        <a:pt x="10732" y="1883"/>
                        <a:pt x="10741" y="1883"/>
                        <a:pt x="10741" y="1883"/>
                      </a:cubicBezTo>
                      <a:lnTo>
                        <a:pt x="10741" y="1883"/>
                      </a:lnTo>
                      <a:cubicBezTo>
                        <a:pt x="10750" y="1883"/>
                        <a:pt x="10750" y="1883"/>
                        <a:pt x="10759" y="1883"/>
                      </a:cubicBezTo>
                      <a:close/>
                      <a:moveTo>
                        <a:pt x="4755" y="2070"/>
                      </a:moveTo>
                      <a:lnTo>
                        <a:pt x="5692" y="2177"/>
                      </a:lnTo>
                      <a:cubicBezTo>
                        <a:pt x="5692" y="2195"/>
                        <a:pt x="5701" y="2213"/>
                        <a:pt x="5719" y="2222"/>
                      </a:cubicBezTo>
                      <a:lnTo>
                        <a:pt x="5719" y="2222"/>
                      </a:lnTo>
                      <a:lnTo>
                        <a:pt x="4719" y="4077"/>
                      </a:lnTo>
                      <a:cubicBezTo>
                        <a:pt x="4719" y="4077"/>
                        <a:pt x="4710" y="4077"/>
                        <a:pt x="4710" y="4077"/>
                      </a:cubicBezTo>
                      <a:lnTo>
                        <a:pt x="4710" y="4077"/>
                      </a:lnTo>
                      <a:cubicBezTo>
                        <a:pt x="4693" y="4077"/>
                        <a:pt x="4684" y="4077"/>
                        <a:pt x="4666" y="4086"/>
                      </a:cubicBezTo>
                      <a:lnTo>
                        <a:pt x="4666" y="4086"/>
                      </a:lnTo>
                      <a:lnTo>
                        <a:pt x="3765" y="3043"/>
                      </a:lnTo>
                      <a:cubicBezTo>
                        <a:pt x="3774" y="3025"/>
                        <a:pt x="3774" y="3007"/>
                        <a:pt x="3774" y="2998"/>
                      </a:cubicBezTo>
                      <a:lnTo>
                        <a:pt x="3774" y="2998"/>
                      </a:lnTo>
                      <a:cubicBezTo>
                        <a:pt x="3774" y="2980"/>
                        <a:pt x="3774" y="2962"/>
                        <a:pt x="3765" y="2944"/>
                      </a:cubicBezTo>
                      <a:lnTo>
                        <a:pt x="3765" y="2944"/>
                      </a:lnTo>
                      <a:lnTo>
                        <a:pt x="4621" y="2115"/>
                      </a:lnTo>
                      <a:cubicBezTo>
                        <a:pt x="4630" y="2124"/>
                        <a:pt x="4648" y="2133"/>
                        <a:pt x="4666" y="2133"/>
                      </a:cubicBezTo>
                      <a:lnTo>
                        <a:pt x="4666" y="2133"/>
                      </a:lnTo>
                      <a:cubicBezTo>
                        <a:pt x="4702" y="2133"/>
                        <a:pt x="4737" y="2106"/>
                        <a:pt x="4755" y="2070"/>
                      </a:cubicBezTo>
                      <a:close/>
                      <a:moveTo>
                        <a:pt x="1017" y="4862"/>
                      </a:moveTo>
                      <a:lnTo>
                        <a:pt x="464" y="3069"/>
                      </a:lnTo>
                      <a:cubicBezTo>
                        <a:pt x="473" y="3069"/>
                        <a:pt x="473" y="3060"/>
                        <a:pt x="482" y="3052"/>
                      </a:cubicBezTo>
                      <a:lnTo>
                        <a:pt x="482" y="3052"/>
                      </a:lnTo>
                      <a:lnTo>
                        <a:pt x="3024" y="4238"/>
                      </a:lnTo>
                      <a:cubicBezTo>
                        <a:pt x="3024" y="4247"/>
                        <a:pt x="3015" y="4265"/>
                        <a:pt x="3015" y="4274"/>
                      </a:cubicBezTo>
                      <a:lnTo>
                        <a:pt x="3015" y="4274"/>
                      </a:lnTo>
                      <a:lnTo>
                        <a:pt x="1089" y="4898"/>
                      </a:lnTo>
                      <a:cubicBezTo>
                        <a:pt x="1071" y="4871"/>
                        <a:pt x="1044" y="4862"/>
                        <a:pt x="1017" y="4862"/>
                      </a:cubicBezTo>
                      <a:close/>
                      <a:moveTo>
                        <a:pt x="3720" y="3087"/>
                      </a:moveTo>
                      <a:lnTo>
                        <a:pt x="4621" y="4131"/>
                      </a:lnTo>
                      <a:cubicBezTo>
                        <a:pt x="4612" y="4140"/>
                        <a:pt x="4612" y="4158"/>
                        <a:pt x="4612" y="4176"/>
                      </a:cubicBezTo>
                      <a:lnTo>
                        <a:pt x="4612" y="4176"/>
                      </a:lnTo>
                      <a:cubicBezTo>
                        <a:pt x="4612" y="4211"/>
                        <a:pt x="4630" y="4247"/>
                        <a:pt x="4666" y="4265"/>
                      </a:cubicBezTo>
                      <a:lnTo>
                        <a:pt x="4666" y="4265"/>
                      </a:lnTo>
                      <a:lnTo>
                        <a:pt x="4639" y="4497"/>
                      </a:lnTo>
                      <a:cubicBezTo>
                        <a:pt x="4621" y="4515"/>
                        <a:pt x="4612" y="4541"/>
                        <a:pt x="4612" y="4568"/>
                      </a:cubicBezTo>
                      <a:lnTo>
                        <a:pt x="4612" y="4568"/>
                      </a:lnTo>
                      <a:cubicBezTo>
                        <a:pt x="4612" y="4568"/>
                        <a:pt x="4612" y="4568"/>
                        <a:pt x="4612" y="4568"/>
                      </a:cubicBezTo>
                      <a:lnTo>
                        <a:pt x="4612" y="4568"/>
                      </a:lnTo>
                      <a:lnTo>
                        <a:pt x="2418" y="6156"/>
                      </a:lnTo>
                      <a:lnTo>
                        <a:pt x="3131" y="4390"/>
                      </a:lnTo>
                      <a:cubicBezTo>
                        <a:pt x="3176" y="4381"/>
                        <a:pt x="3212" y="4336"/>
                        <a:pt x="3212" y="4292"/>
                      </a:cubicBezTo>
                      <a:lnTo>
                        <a:pt x="3212" y="4292"/>
                      </a:lnTo>
                      <a:cubicBezTo>
                        <a:pt x="3212" y="4265"/>
                        <a:pt x="3203" y="4247"/>
                        <a:pt x="3194" y="4229"/>
                      </a:cubicBezTo>
                      <a:lnTo>
                        <a:pt x="3194" y="4229"/>
                      </a:lnTo>
                      <a:lnTo>
                        <a:pt x="3667" y="3096"/>
                      </a:lnTo>
                      <a:cubicBezTo>
                        <a:pt x="3667" y="3096"/>
                        <a:pt x="3676" y="3096"/>
                        <a:pt x="3676" y="3096"/>
                      </a:cubicBezTo>
                      <a:lnTo>
                        <a:pt x="3676" y="3096"/>
                      </a:lnTo>
                      <a:cubicBezTo>
                        <a:pt x="3693" y="3096"/>
                        <a:pt x="3711" y="3087"/>
                        <a:pt x="3720" y="3087"/>
                      </a:cubicBezTo>
                      <a:moveTo>
                        <a:pt x="187" y="4889"/>
                      </a:moveTo>
                      <a:cubicBezTo>
                        <a:pt x="179" y="4862"/>
                        <a:pt x="152" y="4836"/>
                        <a:pt x="125" y="4827"/>
                      </a:cubicBezTo>
                      <a:lnTo>
                        <a:pt x="125" y="4827"/>
                      </a:lnTo>
                      <a:lnTo>
                        <a:pt x="411" y="3123"/>
                      </a:lnTo>
                      <a:lnTo>
                        <a:pt x="955" y="4880"/>
                      </a:lnTo>
                      <a:cubicBezTo>
                        <a:pt x="946" y="4889"/>
                        <a:pt x="928" y="4907"/>
                        <a:pt x="919" y="4916"/>
                      </a:cubicBezTo>
                      <a:lnTo>
                        <a:pt x="919" y="4916"/>
                      </a:lnTo>
                      <a:close/>
                      <a:moveTo>
                        <a:pt x="7512" y="3292"/>
                      </a:moveTo>
                      <a:lnTo>
                        <a:pt x="9608" y="4060"/>
                      </a:lnTo>
                      <a:lnTo>
                        <a:pt x="7654" y="4345"/>
                      </a:lnTo>
                      <a:cubicBezTo>
                        <a:pt x="7637" y="4318"/>
                        <a:pt x="7610" y="4300"/>
                        <a:pt x="7574" y="4300"/>
                      </a:cubicBezTo>
                      <a:lnTo>
                        <a:pt x="7574" y="4300"/>
                      </a:lnTo>
                      <a:cubicBezTo>
                        <a:pt x="7530" y="4300"/>
                        <a:pt x="7494" y="4327"/>
                        <a:pt x="7476" y="4363"/>
                      </a:cubicBezTo>
                      <a:lnTo>
                        <a:pt x="7476" y="4363"/>
                      </a:lnTo>
                      <a:lnTo>
                        <a:pt x="4826" y="4532"/>
                      </a:lnTo>
                      <a:lnTo>
                        <a:pt x="7369" y="3292"/>
                      </a:lnTo>
                      <a:cubicBezTo>
                        <a:pt x="7387" y="3310"/>
                        <a:pt x="7414" y="3328"/>
                        <a:pt x="7440" y="3328"/>
                      </a:cubicBezTo>
                      <a:lnTo>
                        <a:pt x="7440" y="3328"/>
                      </a:lnTo>
                      <a:cubicBezTo>
                        <a:pt x="7467" y="3328"/>
                        <a:pt x="7494" y="3310"/>
                        <a:pt x="7512" y="3292"/>
                      </a:cubicBezTo>
                      <a:close/>
                      <a:moveTo>
                        <a:pt x="9822" y="4131"/>
                      </a:moveTo>
                      <a:cubicBezTo>
                        <a:pt x="9831" y="4122"/>
                        <a:pt x="9840" y="4095"/>
                        <a:pt x="9840" y="4077"/>
                      </a:cubicBezTo>
                      <a:lnTo>
                        <a:pt x="9840" y="4077"/>
                      </a:lnTo>
                      <a:cubicBezTo>
                        <a:pt x="9840" y="4069"/>
                        <a:pt x="9840" y="4069"/>
                        <a:pt x="9840" y="4060"/>
                      </a:cubicBezTo>
                      <a:lnTo>
                        <a:pt x="9840" y="4060"/>
                      </a:lnTo>
                      <a:cubicBezTo>
                        <a:pt x="10420" y="3774"/>
                        <a:pt x="11027" y="3498"/>
                        <a:pt x="11250" y="3444"/>
                      </a:cubicBezTo>
                      <a:lnTo>
                        <a:pt x="11250" y="3444"/>
                      </a:lnTo>
                      <a:cubicBezTo>
                        <a:pt x="11250" y="3453"/>
                        <a:pt x="11258" y="3462"/>
                        <a:pt x="11267" y="3471"/>
                      </a:cubicBezTo>
                      <a:lnTo>
                        <a:pt x="11267" y="3471"/>
                      </a:lnTo>
                      <a:lnTo>
                        <a:pt x="10500" y="5032"/>
                      </a:lnTo>
                      <a:cubicBezTo>
                        <a:pt x="10491" y="5032"/>
                        <a:pt x="10491" y="5032"/>
                        <a:pt x="10482" y="5032"/>
                      </a:cubicBezTo>
                      <a:lnTo>
                        <a:pt x="10482" y="5032"/>
                      </a:lnTo>
                      <a:cubicBezTo>
                        <a:pt x="10473" y="5032"/>
                        <a:pt x="10465" y="5032"/>
                        <a:pt x="10456" y="5032"/>
                      </a:cubicBezTo>
                      <a:lnTo>
                        <a:pt x="10456" y="5032"/>
                      </a:lnTo>
                      <a:close/>
                      <a:moveTo>
                        <a:pt x="7672" y="4408"/>
                      </a:moveTo>
                      <a:lnTo>
                        <a:pt x="9260" y="4176"/>
                      </a:lnTo>
                      <a:lnTo>
                        <a:pt x="9564" y="4131"/>
                      </a:lnTo>
                      <a:lnTo>
                        <a:pt x="6843" y="5567"/>
                      </a:lnTo>
                      <a:lnTo>
                        <a:pt x="7530" y="4488"/>
                      </a:lnTo>
                      <a:cubicBezTo>
                        <a:pt x="7547" y="4488"/>
                        <a:pt x="7556" y="4497"/>
                        <a:pt x="7574" y="4497"/>
                      </a:cubicBezTo>
                      <a:lnTo>
                        <a:pt x="7574" y="4497"/>
                      </a:lnTo>
                      <a:cubicBezTo>
                        <a:pt x="7619" y="4497"/>
                        <a:pt x="7663" y="4452"/>
                        <a:pt x="7672" y="4408"/>
                      </a:cubicBezTo>
                      <a:moveTo>
                        <a:pt x="6860" y="5674"/>
                      </a:moveTo>
                      <a:cubicBezTo>
                        <a:pt x="6860" y="5674"/>
                        <a:pt x="6860" y="5665"/>
                        <a:pt x="6860" y="5656"/>
                      </a:cubicBezTo>
                      <a:lnTo>
                        <a:pt x="6860" y="5656"/>
                      </a:lnTo>
                      <a:cubicBezTo>
                        <a:pt x="6860" y="5648"/>
                        <a:pt x="6860" y="5639"/>
                        <a:pt x="6860" y="5630"/>
                      </a:cubicBezTo>
                      <a:lnTo>
                        <a:pt x="6860" y="5630"/>
                      </a:lnTo>
                      <a:lnTo>
                        <a:pt x="9671" y="4149"/>
                      </a:lnTo>
                      <a:cubicBezTo>
                        <a:pt x="9671" y="4149"/>
                        <a:pt x="9679" y="4149"/>
                        <a:pt x="9679" y="4149"/>
                      </a:cubicBezTo>
                      <a:lnTo>
                        <a:pt x="9679" y="4149"/>
                      </a:lnTo>
                      <a:lnTo>
                        <a:pt x="8689" y="6682"/>
                      </a:lnTo>
                      <a:cubicBezTo>
                        <a:pt x="8689" y="6682"/>
                        <a:pt x="8689" y="6682"/>
                        <a:pt x="8689" y="6682"/>
                      </a:cubicBezTo>
                      <a:lnTo>
                        <a:pt x="8689" y="6682"/>
                      </a:lnTo>
                      <a:cubicBezTo>
                        <a:pt x="8662" y="6682"/>
                        <a:pt x="8645" y="6691"/>
                        <a:pt x="8627" y="6700"/>
                      </a:cubicBezTo>
                      <a:lnTo>
                        <a:pt x="8627" y="6700"/>
                      </a:lnTo>
                      <a:close/>
                      <a:moveTo>
                        <a:pt x="9769" y="4167"/>
                      </a:moveTo>
                      <a:lnTo>
                        <a:pt x="10402" y="5068"/>
                      </a:lnTo>
                      <a:cubicBezTo>
                        <a:pt x="10393" y="5086"/>
                        <a:pt x="10384" y="5103"/>
                        <a:pt x="10384" y="5130"/>
                      </a:cubicBezTo>
                      <a:lnTo>
                        <a:pt x="10384" y="5130"/>
                      </a:lnTo>
                      <a:cubicBezTo>
                        <a:pt x="10384" y="5139"/>
                        <a:pt x="10384" y="5157"/>
                        <a:pt x="10393" y="5166"/>
                      </a:cubicBezTo>
                      <a:lnTo>
                        <a:pt x="10393" y="5166"/>
                      </a:lnTo>
                      <a:lnTo>
                        <a:pt x="8770" y="6665"/>
                      </a:lnTo>
                      <a:lnTo>
                        <a:pt x="9733" y="4176"/>
                      </a:lnTo>
                      <a:cubicBezTo>
                        <a:pt x="9733" y="4176"/>
                        <a:pt x="9742" y="4176"/>
                        <a:pt x="9742" y="4176"/>
                      </a:cubicBezTo>
                      <a:lnTo>
                        <a:pt x="9742" y="4176"/>
                      </a:lnTo>
                      <a:cubicBezTo>
                        <a:pt x="9751" y="4176"/>
                        <a:pt x="9760" y="4176"/>
                        <a:pt x="9769" y="4167"/>
                      </a:cubicBezTo>
                      <a:moveTo>
                        <a:pt x="812" y="6343"/>
                      </a:moveTo>
                      <a:cubicBezTo>
                        <a:pt x="821" y="6334"/>
                        <a:pt x="821" y="6317"/>
                        <a:pt x="821" y="6308"/>
                      </a:cubicBezTo>
                      <a:lnTo>
                        <a:pt x="821" y="6308"/>
                      </a:lnTo>
                      <a:cubicBezTo>
                        <a:pt x="821" y="6272"/>
                        <a:pt x="812" y="6254"/>
                        <a:pt x="794" y="6236"/>
                      </a:cubicBezTo>
                      <a:lnTo>
                        <a:pt x="794" y="6236"/>
                      </a:lnTo>
                      <a:lnTo>
                        <a:pt x="1026" y="5059"/>
                      </a:lnTo>
                      <a:cubicBezTo>
                        <a:pt x="1071" y="5050"/>
                        <a:pt x="1115" y="5014"/>
                        <a:pt x="1115" y="4961"/>
                      </a:cubicBezTo>
                      <a:lnTo>
                        <a:pt x="1115" y="4961"/>
                      </a:lnTo>
                      <a:cubicBezTo>
                        <a:pt x="1115" y="4961"/>
                        <a:pt x="1115" y="4961"/>
                        <a:pt x="1115" y="4952"/>
                      </a:cubicBezTo>
                      <a:lnTo>
                        <a:pt x="1115" y="4952"/>
                      </a:lnTo>
                      <a:lnTo>
                        <a:pt x="3024" y="4336"/>
                      </a:lnTo>
                      <a:cubicBezTo>
                        <a:pt x="3033" y="4354"/>
                        <a:pt x="3051" y="4363"/>
                        <a:pt x="3069" y="4372"/>
                      </a:cubicBezTo>
                      <a:lnTo>
                        <a:pt x="3069" y="4372"/>
                      </a:lnTo>
                      <a:lnTo>
                        <a:pt x="2355" y="6138"/>
                      </a:lnTo>
                      <a:cubicBezTo>
                        <a:pt x="2346" y="6138"/>
                        <a:pt x="2346" y="6138"/>
                        <a:pt x="2346" y="6138"/>
                      </a:cubicBezTo>
                      <a:lnTo>
                        <a:pt x="2346" y="6138"/>
                      </a:lnTo>
                      <a:cubicBezTo>
                        <a:pt x="2293" y="6138"/>
                        <a:pt x="2248" y="6183"/>
                        <a:pt x="2248" y="6236"/>
                      </a:cubicBezTo>
                      <a:lnTo>
                        <a:pt x="2248" y="6236"/>
                      </a:lnTo>
                      <a:cubicBezTo>
                        <a:pt x="2248" y="6281"/>
                        <a:pt x="2275" y="6326"/>
                        <a:pt x="2320" y="6334"/>
                      </a:cubicBezTo>
                      <a:lnTo>
                        <a:pt x="2320" y="6334"/>
                      </a:lnTo>
                      <a:lnTo>
                        <a:pt x="2453" y="7423"/>
                      </a:lnTo>
                      <a:cubicBezTo>
                        <a:pt x="2453" y="7423"/>
                        <a:pt x="2453" y="7423"/>
                        <a:pt x="2453" y="7423"/>
                      </a:cubicBezTo>
                      <a:lnTo>
                        <a:pt x="2453" y="7423"/>
                      </a:lnTo>
                      <a:cubicBezTo>
                        <a:pt x="2195" y="7209"/>
                        <a:pt x="1374" y="6691"/>
                        <a:pt x="812" y="6343"/>
                      </a:cubicBezTo>
                      <a:moveTo>
                        <a:pt x="4800" y="4604"/>
                      </a:moveTo>
                      <a:cubicBezTo>
                        <a:pt x="4800" y="4604"/>
                        <a:pt x="4800" y="4595"/>
                        <a:pt x="4800" y="4595"/>
                      </a:cubicBezTo>
                      <a:lnTo>
                        <a:pt x="4800" y="4595"/>
                      </a:lnTo>
                      <a:lnTo>
                        <a:pt x="7476" y="4425"/>
                      </a:lnTo>
                      <a:cubicBezTo>
                        <a:pt x="7476" y="4434"/>
                        <a:pt x="7485" y="4443"/>
                        <a:pt x="7485" y="4443"/>
                      </a:cubicBezTo>
                      <a:lnTo>
                        <a:pt x="7485" y="4443"/>
                      </a:lnTo>
                      <a:lnTo>
                        <a:pt x="6771" y="5558"/>
                      </a:lnTo>
                      <a:cubicBezTo>
                        <a:pt x="6771" y="5558"/>
                        <a:pt x="6762" y="5558"/>
                        <a:pt x="6762" y="5558"/>
                      </a:cubicBezTo>
                      <a:lnTo>
                        <a:pt x="6762" y="5558"/>
                      </a:lnTo>
                      <a:cubicBezTo>
                        <a:pt x="6736" y="5558"/>
                        <a:pt x="6709" y="5567"/>
                        <a:pt x="6691" y="5585"/>
                      </a:cubicBezTo>
                      <a:lnTo>
                        <a:pt x="6691" y="5585"/>
                      </a:lnTo>
                      <a:close/>
                      <a:moveTo>
                        <a:pt x="2445" y="6236"/>
                      </a:moveTo>
                      <a:cubicBezTo>
                        <a:pt x="2445" y="6236"/>
                        <a:pt x="2445" y="6236"/>
                        <a:pt x="2445" y="6236"/>
                      </a:cubicBezTo>
                      <a:lnTo>
                        <a:pt x="2445" y="6236"/>
                      </a:lnTo>
                      <a:cubicBezTo>
                        <a:pt x="2445" y="6227"/>
                        <a:pt x="2445" y="6227"/>
                        <a:pt x="2445" y="6218"/>
                      </a:cubicBezTo>
                      <a:lnTo>
                        <a:pt x="2445" y="6218"/>
                      </a:lnTo>
                      <a:lnTo>
                        <a:pt x="4630" y="4631"/>
                      </a:lnTo>
                      <a:cubicBezTo>
                        <a:pt x="4648" y="4648"/>
                        <a:pt x="4666" y="4657"/>
                        <a:pt x="4693" y="4666"/>
                      </a:cubicBezTo>
                      <a:lnTo>
                        <a:pt x="4693" y="4666"/>
                      </a:lnTo>
                      <a:lnTo>
                        <a:pt x="6343" y="7048"/>
                      </a:lnTo>
                      <a:cubicBezTo>
                        <a:pt x="6343" y="7048"/>
                        <a:pt x="6343" y="7057"/>
                        <a:pt x="6334" y="7057"/>
                      </a:cubicBezTo>
                      <a:lnTo>
                        <a:pt x="6334" y="7057"/>
                      </a:lnTo>
                      <a:close/>
                      <a:moveTo>
                        <a:pt x="4764" y="4657"/>
                      </a:moveTo>
                      <a:lnTo>
                        <a:pt x="6664" y="5639"/>
                      </a:lnTo>
                      <a:cubicBezTo>
                        <a:pt x="6664" y="5648"/>
                        <a:pt x="6664" y="5656"/>
                        <a:pt x="6664" y="5656"/>
                      </a:cubicBezTo>
                      <a:lnTo>
                        <a:pt x="6664" y="5656"/>
                      </a:lnTo>
                      <a:cubicBezTo>
                        <a:pt x="6664" y="5692"/>
                        <a:pt x="6682" y="5719"/>
                        <a:pt x="6700" y="5737"/>
                      </a:cubicBezTo>
                      <a:lnTo>
                        <a:pt x="6700" y="5737"/>
                      </a:lnTo>
                      <a:lnTo>
                        <a:pt x="6397" y="7012"/>
                      </a:lnTo>
                      <a:cubicBezTo>
                        <a:pt x="6397" y="7012"/>
                        <a:pt x="6397" y="7012"/>
                        <a:pt x="6397" y="7012"/>
                      </a:cubicBezTo>
                      <a:lnTo>
                        <a:pt x="6397" y="7012"/>
                      </a:lnTo>
                      <a:close/>
                      <a:moveTo>
                        <a:pt x="152" y="5005"/>
                      </a:moveTo>
                      <a:cubicBezTo>
                        <a:pt x="170" y="4987"/>
                        <a:pt x="179" y="4970"/>
                        <a:pt x="187" y="4952"/>
                      </a:cubicBezTo>
                      <a:lnTo>
                        <a:pt x="187" y="4952"/>
                      </a:lnTo>
                      <a:lnTo>
                        <a:pt x="919" y="4978"/>
                      </a:lnTo>
                      <a:cubicBezTo>
                        <a:pt x="919" y="5005"/>
                        <a:pt x="937" y="5032"/>
                        <a:pt x="964" y="5041"/>
                      </a:cubicBezTo>
                      <a:lnTo>
                        <a:pt x="964" y="5041"/>
                      </a:lnTo>
                      <a:lnTo>
                        <a:pt x="732" y="6210"/>
                      </a:lnTo>
                      <a:cubicBezTo>
                        <a:pt x="732" y="6210"/>
                        <a:pt x="723" y="6201"/>
                        <a:pt x="723" y="6201"/>
                      </a:cubicBezTo>
                      <a:lnTo>
                        <a:pt x="723" y="6201"/>
                      </a:lnTo>
                      <a:cubicBezTo>
                        <a:pt x="723" y="6201"/>
                        <a:pt x="714" y="6201"/>
                        <a:pt x="714" y="6210"/>
                      </a:cubicBezTo>
                      <a:lnTo>
                        <a:pt x="714" y="6210"/>
                      </a:lnTo>
                      <a:close/>
                      <a:moveTo>
                        <a:pt x="6825" y="5728"/>
                      </a:moveTo>
                      <a:lnTo>
                        <a:pt x="8591" y="6763"/>
                      </a:lnTo>
                      <a:cubicBezTo>
                        <a:pt x="8591" y="6763"/>
                        <a:pt x="8591" y="6772"/>
                        <a:pt x="8591" y="6780"/>
                      </a:cubicBezTo>
                      <a:lnTo>
                        <a:pt x="8591" y="6780"/>
                      </a:lnTo>
                      <a:cubicBezTo>
                        <a:pt x="8591" y="6789"/>
                        <a:pt x="8591" y="6798"/>
                        <a:pt x="8591" y="6807"/>
                      </a:cubicBezTo>
                      <a:lnTo>
                        <a:pt x="8591" y="6807"/>
                      </a:lnTo>
                      <a:lnTo>
                        <a:pt x="6075" y="8707"/>
                      </a:lnTo>
                      <a:cubicBezTo>
                        <a:pt x="6075" y="8707"/>
                        <a:pt x="6066" y="8707"/>
                        <a:pt x="6066" y="8707"/>
                      </a:cubicBezTo>
                      <a:lnTo>
                        <a:pt x="6066" y="8707"/>
                      </a:lnTo>
                      <a:lnTo>
                        <a:pt x="6423" y="7209"/>
                      </a:lnTo>
                      <a:cubicBezTo>
                        <a:pt x="6423" y="7209"/>
                        <a:pt x="6423" y="7209"/>
                        <a:pt x="6423" y="7209"/>
                      </a:cubicBezTo>
                      <a:lnTo>
                        <a:pt x="6423" y="7209"/>
                      </a:lnTo>
                      <a:cubicBezTo>
                        <a:pt x="6477" y="7209"/>
                        <a:pt x="6521" y="7164"/>
                        <a:pt x="6521" y="7111"/>
                      </a:cubicBezTo>
                      <a:lnTo>
                        <a:pt x="6521" y="7111"/>
                      </a:lnTo>
                      <a:cubicBezTo>
                        <a:pt x="6521" y="7075"/>
                        <a:pt x="6504" y="7039"/>
                        <a:pt x="6477" y="7021"/>
                      </a:cubicBezTo>
                      <a:lnTo>
                        <a:pt x="6477" y="7021"/>
                      </a:lnTo>
                      <a:lnTo>
                        <a:pt x="6762" y="5755"/>
                      </a:lnTo>
                      <a:cubicBezTo>
                        <a:pt x="6762" y="5755"/>
                        <a:pt x="6762" y="5755"/>
                        <a:pt x="6762" y="5755"/>
                      </a:cubicBezTo>
                      <a:lnTo>
                        <a:pt x="6762" y="5755"/>
                      </a:lnTo>
                      <a:cubicBezTo>
                        <a:pt x="6789" y="5755"/>
                        <a:pt x="6807" y="5746"/>
                        <a:pt x="6825" y="5728"/>
                      </a:cubicBezTo>
                      <a:moveTo>
                        <a:pt x="2596" y="7512"/>
                      </a:moveTo>
                      <a:cubicBezTo>
                        <a:pt x="2596" y="7512"/>
                        <a:pt x="2596" y="7512"/>
                        <a:pt x="2596" y="7512"/>
                      </a:cubicBezTo>
                      <a:lnTo>
                        <a:pt x="2596" y="7512"/>
                      </a:lnTo>
                      <a:cubicBezTo>
                        <a:pt x="2596" y="7458"/>
                        <a:pt x="2560" y="7423"/>
                        <a:pt x="2516" y="7414"/>
                      </a:cubicBezTo>
                      <a:lnTo>
                        <a:pt x="2516" y="7414"/>
                      </a:lnTo>
                      <a:lnTo>
                        <a:pt x="2382" y="6326"/>
                      </a:lnTo>
                      <a:cubicBezTo>
                        <a:pt x="2400" y="6317"/>
                        <a:pt x="2409" y="6308"/>
                        <a:pt x="2418" y="6299"/>
                      </a:cubicBezTo>
                      <a:lnTo>
                        <a:pt x="2418" y="6299"/>
                      </a:lnTo>
                      <a:lnTo>
                        <a:pt x="6316" y="7119"/>
                      </a:lnTo>
                      <a:lnTo>
                        <a:pt x="4113" y="8003"/>
                      </a:lnTo>
                      <a:cubicBezTo>
                        <a:pt x="4095" y="7976"/>
                        <a:pt x="4068" y="7967"/>
                        <a:pt x="4032" y="7967"/>
                      </a:cubicBezTo>
                      <a:lnTo>
                        <a:pt x="4032" y="7967"/>
                      </a:lnTo>
                      <a:cubicBezTo>
                        <a:pt x="4006" y="7967"/>
                        <a:pt x="3979" y="7976"/>
                        <a:pt x="3961" y="8003"/>
                      </a:cubicBezTo>
                      <a:lnTo>
                        <a:pt x="3961" y="8003"/>
                      </a:lnTo>
                      <a:close/>
                      <a:moveTo>
                        <a:pt x="4131" y="8074"/>
                      </a:moveTo>
                      <a:cubicBezTo>
                        <a:pt x="4131" y="8065"/>
                        <a:pt x="4131" y="8065"/>
                        <a:pt x="4131" y="8065"/>
                      </a:cubicBezTo>
                      <a:lnTo>
                        <a:pt x="4131" y="8065"/>
                      </a:lnTo>
                      <a:cubicBezTo>
                        <a:pt x="4131" y="8065"/>
                        <a:pt x="4131" y="8056"/>
                        <a:pt x="4131" y="8056"/>
                      </a:cubicBezTo>
                      <a:lnTo>
                        <a:pt x="4131" y="8056"/>
                      </a:lnTo>
                      <a:lnTo>
                        <a:pt x="6343" y="7173"/>
                      </a:lnTo>
                      <a:cubicBezTo>
                        <a:pt x="6352" y="7173"/>
                        <a:pt x="6352" y="7182"/>
                        <a:pt x="6361" y="7182"/>
                      </a:cubicBezTo>
                      <a:lnTo>
                        <a:pt x="6361" y="7182"/>
                      </a:lnTo>
                      <a:lnTo>
                        <a:pt x="6004" y="8690"/>
                      </a:lnTo>
                      <a:cubicBezTo>
                        <a:pt x="5977" y="8699"/>
                        <a:pt x="5959" y="8707"/>
                        <a:pt x="5942" y="8725"/>
                      </a:cubicBezTo>
                      <a:lnTo>
                        <a:pt x="5942" y="872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0" name="Google Shape;450;p33"/>
              <p:cNvSpPr/>
              <p:nvPr/>
            </p:nvSpPr>
            <p:spPr>
              <a:xfrm>
                <a:off x="4567123" y="4086828"/>
                <a:ext cx="946034" cy="728195"/>
              </a:xfrm>
              <a:custGeom>
                <a:avLst/>
                <a:gdLst/>
                <a:ahLst/>
                <a:cxnLst/>
                <a:rect l="l" t="t" r="r" b="b"/>
                <a:pathLst>
                  <a:path w="21662" h="16674" extrusionOk="0">
                    <a:moveTo>
                      <a:pt x="10260" y="9"/>
                    </a:moveTo>
                    <a:cubicBezTo>
                      <a:pt x="3025" y="152"/>
                      <a:pt x="1" y="1954"/>
                      <a:pt x="1" y="1954"/>
                    </a:cubicBezTo>
                    <a:lnTo>
                      <a:pt x="1" y="1954"/>
                    </a:lnTo>
                    <a:lnTo>
                      <a:pt x="3578" y="13507"/>
                    </a:lnTo>
                    <a:cubicBezTo>
                      <a:pt x="3578" y="13507"/>
                      <a:pt x="3587" y="13569"/>
                      <a:pt x="3694" y="13641"/>
                    </a:cubicBezTo>
                    <a:lnTo>
                      <a:pt x="3694" y="13641"/>
                    </a:lnTo>
                    <a:cubicBezTo>
                      <a:pt x="3801" y="13712"/>
                      <a:pt x="8868" y="16594"/>
                      <a:pt x="8868" y="16594"/>
                    </a:cubicBezTo>
                    <a:lnTo>
                      <a:pt x="8868" y="16594"/>
                    </a:lnTo>
                    <a:cubicBezTo>
                      <a:pt x="8868" y="16594"/>
                      <a:pt x="9145" y="16674"/>
                      <a:pt x="9395" y="16531"/>
                    </a:cubicBezTo>
                    <a:lnTo>
                      <a:pt x="9395" y="16531"/>
                    </a:lnTo>
                    <a:cubicBezTo>
                      <a:pt x="9644" y="16388"/>
                      <a:pt x="18904" y="11018"/>
                      <a:pt x="18904" y="11018"/>
                    </a:cubicBezTo>
                    <a:lnTo>
                      <a:pt x="18904" y="11018"/>
                    </a:lnTo>
                    <a:lnTo>
                      <a:pt x="19056" y="10831"/>
                    </a:lnTo>
                    <a:lnTo>
                      <a:pt x="21661" y="1606"/>
                    </a:lnTo>
                    <a:cubicBezTo>
                      <a:pt x="21661" y="1606"/>
                      <a:pt x="17816" y="0"/>
                      <a:pt x="11107" y="0"/>
                    </a:cubicBezTo>
                    <a:lnTo>
                      <a:pt x="11107" y="0"/>
                    </a:lnTo>
                    <a:cubicBezTo>
                      <a:pt x="10831" y="0"/>
                      <a:pt x="10545" y="0"/>
                      <a:pt x="10260" y="9"/>
                    </a:cubicBezTo>
                  </a:path>
                </a:pathLst>
              </a:custGeom>
              <a:gradFill>
                <a:gsLst>
                  <a:gs pos="0">
                    <a:schemeClr val="accent3">
                      <a:alpha val="70000"/>
                    </a:schemeClr>
                  </a:gs>
                  <a:gs pos="83000">
                    <a:srgbClr val="FFFFFF">
                      <a:alpha val="0"/>
                      <a:alpha val="70000"/>
                    </a:srgbClr>
                  </a:gs>
                  <a:gs pos="100000">
                    <a:srgbClr val="FFFFFF">
                      <a:alpha val="0"/>
                      <a:alpha val="70000"/>
                    </a:srgbClr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1" name="Google Shape;451;p33"/>
            <p:cNvSpPr/>
            <p:nvPr/>
          </p:nvSpPr>
          <p:spPr>
            <a:xfrm>
              <a:off x="1229047" y="41980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383078" y="295066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F872C2-D244-2E81-E830-2E73D897F26F}"/>
              </a:ext>
            </a:extLst>
          </p:cNvPr>
          <p:cNvSpPr/>
          <p:nvPr/>
        </p:nvSpPr>
        <p:spPr>
          <a:xfrm>
            <a:off x="4499914" y="1702017"/>
            <a:ext cx="3577335" cy="1903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Real-time danger data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AI-based risk prediction</a:t>
            </a:r>
            <a:r>
              <a:rPr lang="en-IN" dirty="0">
                <a:solidFill>
                  <a:schemeClr val="tx1"/>
                </a:solidFill>
                <a:latin typeface="Maven Pro" panose="020B060402020202020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Maven Pro" panose="020B0604020202020204" charset="0"/>
              </a:rPr>
              <a:t>Dynamic Weight Adjustment.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Maven Pro" panose="020B0604020202020204" charset="0"/>
              </a:rPr>
              <a:t>Integration with GPS-System.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Maven Pro" panose="020B0604020202020204" charset="0"/>
              </a:rPr>
              <a:t>Smart city Applications</a:t>
            </a:r>
            <a:endParaRPr lang="en-US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299D-72F3-10DC-A51D-3CF41D90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704551"/>
      </p:ext>
    </p:extLst>
  </p:cSld>
  <p:clrMapOvr>
    <a:masterClrMapping/>
  </p:clrMapOvr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552</Words>
  <Application>Microsoft Office PowerPoint</Application>
  <PresentationFormat>On-screen Show (16:9)</PresentationFormat>
  <Paragraphs>173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Maven Pro</vt:lpstr>
      <vt:lpstr>Bebas Neue</vt:lpstr>
      <vt:lpstr>Trispace</vt:lpstr>
      <vt:lpstr>AI App Pitch Deck by Slidesgo</vt:lpstr>
      <vt:lpstr>PANIC ROUTE SYSTEM</vt:lpstr>
      <vt:lpstr>  Structure of the System</vt:lpstr>
      <vt:lpstr>When Shortest Path Becomes Dangerous</vt:lpstr>
      <vt:lpstr>Transforming Safety into Computation</vt:lpstr>
      <vt:lpstr>System Flow &amp; Working Architecture</vt:lpstr>
      <vt:lpstr>Implementing the Cost Function</vt:lpstr>
      <vt:lpstr>Modified Dijkstra Algorithm</vt:lpstr>
      <vt:lpstr>Output &amp; Results </vt:lpstr>
      <vt:lpstr>How the Algorithm Finds the Safest Path</vt:lpstr>
      <vt:lpstr>Complexity Analysis</vt:lpstr>
      <vt:lpstr> Real World Applications</vt:lpstr>
      <vt:lpstr>Limitations &amp; Challenges</vt:lpstr>
      <vt:lpstr>From Shortest to Safest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PRIYANK SINHA</cp:lastModifiedBy>
  <cp:revision>1</cp:revision>
  <dcterms:modified xsi:type="dcterms:W3CDTF">2026-05-01T03:16:49Z</dcterms:modified>
</cp:coreProperties>
</file>